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b7333df3514f1b" /><Relationship Type="http://schemas.openxmlformats.org/officeDocument/2006/relationships/extended-properties" Target="/docProps/app.xml" Id="R094427c67ce84035" /><Relationship Type="http://schemas.openxmlformats.org/officeDocument/2006/relationships/officeDocument" Target="/ppt/presentation.xml" Id="Racfd97f9e2784fe0" /></Relationships>
</file>

<file path=ppt/presentation.xml><?xml version="1.0" encoding="utf-8"?>
<p:presentation xmlns:p="http://schemas.openxmlformats.org/presentationml/2006/main">
  <p:sldMasterIdLst>
    <p:sldMasterId xmlns:r="http://schemas.openxmlformats.org/officeDocument/2006/relationships" id="2147483648" r:id="Ra9d271b141b34eae"/>
  </p:sldMasterIdLst>
  <p:notesMasterIdLst>
    <p:notesMasterId xmlns:r="http://schemas.openxmlformats.org/officeDocument/2006/relationships" r:id="R83462c2e9f9c44fd"/>
  </p:notesMasterIdLst>
  <p:sldIdLst>
    <p:sldId xmlns:r="http://schemas.openxmlformats.org/officeDocument/2006/relationships" id="256" r:id="R0a91055533454a37"/>
    <p:sldId xmlns:r="http://schemas.openxmlformats.org/officeDocument/2006/relationships" id="257" r:id="R5eb74a0f49514494"/>
    <p:sldId xmlns:r="http://schemas.openxmlformats.org/officeDocument/2006/relationships" id="258" r:id="R3c2b997f014a4f3e"/>
    <p:sldId xmlns:r="http://schemas.openxmlformats.org/officeDocument/2006/relationships" id="259" r:id="R2cecaf76beca49c2"/>
    <p:sldId xmlns:r="http://schemas.openxmlformats.org/officeDocument/2006/relationships" id="260" r:id="Rc9253229b6564dc8"/>
    <p:sldId xmlns:r="http://schemas.openxmlformats.org/officeDocument/2006/relationships" id="261" r:id="R08a02ead3cdc4cb9"/>
    <p:sldId xmlns:r="http://schemas.openxmlformats.org/officeDocument/2006/relationships" id="262" r:id="R0459b6b2be354334"/>
    <p:sldId xmlns:r="http://schemas.openxmlformats.org/officeDocument/2006/relationships" id="263" r:id="R0705225df8974afd"/>
    <p:sldId xmlns:r="http://schemas.openxmlformats.org/officeDocument/2006/relationships" id="264" r:id="R6455b3964812468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75e18a2bc24403" /><Relationship Type="http://schemas.openxmlformats.org/officeDocument/2006/relationships/slideMaster" Target="/ppt/slideMasters/slideMaster1.xml" Id="Ra9d271b141b34eae" /><Relationship Type="http://schemas.openxmlformats.org/officeDocument/2006/relationships/notesMaster" Target="/ppt/notesMasters/notesMaster1.xml" Id="R83462c2e9f9c44fd" /><Relationship Type="http://schemas.openxmlformats.org/officeDocument/2006/relationships/presProps" Target="/ppt/presProps.xml" Id="Ref6ac01ad3b8454c" /><Relationship Type="http://schemas.openxmlformats.org/officeDocument/2006/relationships/tableStyles" Target="/ppt/tableStyles.xml" Id="Rb0a337759cbd465c" /><Relationship Type="http://schemas.openxmlformats.org/officeDocument/2006/relationships/slide" Target="/ppt/slides/slide1.xml" Id="R0a91055533454a37" /><Relationship Type="http://schemas.openxmlformats.org/officeDocument/2006/relationships/slide" Target="/ppt/slides/slide2.xml" Id="R5eb74a0f49514494" /><Relationship Type="http://schemas.openxmlformats.org/officeDocument/2006/relationships/slide" Target="/ppt/slides/slide3.xml" Id="R3c2b997f014a4f3e" /><Relationship Type="http://schemas.openxmlformats.org/officeDocument/2006/relationships/slide" Target="/ppt/slides/slide4.xml" Id="R2cecaf76beca49c2" /><Relationship Type="http://schemas.openxmlformats.org/officeDocument/2006/relationships/slide" Target="/ppt/slides/slide5.xml" Id="Rc9253229b6564dc8" /><Relationship Type="http://schemas.openxmlformats.org/officeDocument/2006/relationships/slide" Target="/ppt/slides/slide6.xml" Id="R08a02ead3cdc4cb9" /><Relationship Type="http://schemas.openxmlformats.org/officeDocument/2006/relationships/slide" Target="/ppt/slides/slide7.xml" Id="R0459b6b2be354334" /><Relationship Type="http://schemas.openxmlformats.org/officeDocument/2006/relationships/slide" Target="/ppt/slides/slide8.xml" Id="R0705225df8974afd" /><Relationship Type="http://schemas.openxmlformats.org/officeDocument/2006/relationships/slide" Target="/ppt/slides/slide9.xml" Id="R6455b396481246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4cd6870b824b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ae15f5c85d44f0" /><Relationship Type="http://schemas.openxmlformats.org/officeDocument/2006/relationships/notesMaster" Target="/ppt/notesMasters/notesMaster1.xml" Id="R0e8a39da540e45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280ce9eeb9417b" /><Relationship Type="http://schemas.openxmlformats.org/officeDocument/2006/relationships/notesMaster" Target="/ppt/notesMasters/notesMaster1.xml" Id="Rd4b5b79dc6c148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ba718829654a8c" /><Relationship Type="http://schemas.openxmlformats.org/officeDocument/2006/relationships/notesMaster" Target="/ppt/notesMasters/notesMaster1.xml" Id="R2fa27d60be114d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7db24f43bd42d3" /><Relationship Type="http://schemas.openxmlformats.org/officeDocument/2006/relationships/notesMaster" Target="/ppt/notesMasters/notesMaster1.xml" Id="R9f5b7a22ac4148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5bb5ca620a4fb0" /><Relationship Type="http://schemas.openxmlformats.org/officeDocument/2006/relationships/notesMaster" Target="/ppt/notesMasters/notesMaster1.xml" Id="R6bc1775b73a14d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9ee76934c04f36" /><Relationship Type="http://schemas.openxmlformats.org/officeDocument/2006/relationships/notesMaster" Target="/ppt/notesMasters/notesMaster1.xml" Id="Rc0b8fdeb304d4d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2ec03953634b0c" /><Relationship Type="http://schemas.openxmlformats.org/officeDocument/2006/relationships/notesMaster" Target="/ppt/notesMasters/notesMaster1.xml" Id="R0c73bbc1f26a4f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e881d0bb424d52" /><Relationship Type="http://schemas.openxmlformats.org/officeDocument/2006/relationships/notesMaster" Target="/ppt/notesMasters/notesMaster1.xml" Id="R1c01c0fece6442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e8e7bd375849b0" /><Relationship Type="http://schemas.openxmlformats.org/officeDocument/2006/relationships/notesMaster" Target="/ppt/notesMasters/notesMaster1.xml" Id="Rf7ce0459c12347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950afd353c40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67b93fad9b41f7" /><Relationship Type="http://schemas.openxmlformats.org/officeDocument/2006/relationships/slideLayout" Target="/ppt/slideLayouts/slideLayout1.xml" Id="Rd5defd7e79544d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defd7e79544d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4e3223b3a354750" /><Relationship Type="http://schemas.openxmlformats.org/officeDocument/2006/relationships/image" Target="/ppt/media/image.png" Id="Rf87f124c8a414a3b" /><Relationship Type="http://schemas.openxmlformats.org/officeDocument/2006/relationships/notesSlide" Target="/ppt/notesSlides/notesSlide1.xml" Id="Rf17623623ec047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248a2fc7b14115" /><Relationship Type="http://schemas.openxmlformats.org/officeDocument/2006/relationships/notesSlide" Target="/ppt/notesSlides/notesSlide2.xml" Id="Rad7d11c256bd41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864d68129454b40" /><Relationship Type="http://schemas.openxmlformats.org/officeDocument/2006/relationships/notesSlide" Target="/ppt/notesSlides/notesSlide3.xml" Id="Rcdf17353770546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e79a25812194411" /><Relationship Type="http://schemas.openxmlformats.org/officeDocument/2006/relationships/notesSlide" Target="/ppt/notesSlides/notesSlide4.xml" Id="R92a1f845e3f14a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6d11fe7c71441ab" /><Relationship Type="http://schemas.openxmlformats.org/officeDocument/2006/relationships/notesSlide" Target="/ppt/notesSlides/notesSlide5.xml" Id="Rce9db099295446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0cacad7b4dd419c" /><Relationship Type="http://schemas.openxmlformats.org/officeDocument/2006/relationships/notesSlide" Target="/ppt/notesSlides/notesSlide6.xml" Id="R4cab3a0e3e444c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ae1b7c167064ba2" /><Relationship Type="http://schemas.openxmlformats.org/officeDocument/2006/relationships/image" Target="/ppt/media/image.jpeg" Id="R53107b63d8564a34" /><Relationship Type="http://schemas.openxmlformats.org/officeDocument/2006/relationships/image" Target="/ppt/media/image2.jpeg" Id="R2168c7134cb54a96" /><Relationship Type="http://schemas.openxmlformats.org/officeDocument/2006/relationships/notesSlide" Target="/ppt/notesSlides/notesSlide7.xml" Id="Reafb2f757b6a47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58e6f319ff84e15" /><Relationship Type="http://schemas.openxmlformats.org/officeDocument/2006/relationships/image" Target="/ppt/media/image3.jpeg" Id="Ra685624597a64d6d" /><Relationship Type="http://schemas.openxmlformats.org/officeDocument/2006/relationships/notesSlide" Target="/ppt/notesSlides/notesSlide8.xml" Id="R087466ec85794a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1db72e206245c4" /><Relationship Type="http://schemas.openxmlformats.org/officeDocument/2006/relationships/notesSlide" Target="/ppt/notesSlides/notesSlide9.xml" Id="R3879fc22e029402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28F59DA-1013-4751-8A17-21528F2A80E4}"/>
              </a:ext>
            </a:extLst>
          </p:cNvPr>
          <p:cNvSpPr>
            <a:spLocks xmlns:a="http://schemas.openxmlformats.org/drawingml/2006/main" noGrp="1"/>
          </p:cNvSpPr>
          <p:nvPr/>
        </p:nvSpPr>
        <p:spPr>
          <a:xfrm xmlns:a="http://schemas.openxmlformats.org/drawingml/2006/main">
            <a:off x="609600" y="43815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2563EB"/>
                </a:solidFill>
              </a:defRPr>
            </a:pPr>
            <a:r>
              <a:rPr sz="1500" b="1">
                <a:solidFill>
                  <a:srgbClr val="2563EB"/>
                </a:solidFill>
              </a:rPr>
              <a:t>Tiểu luận thiết kế web</a:t>
            </a:r>
          </a:p>
        </p:txBody>
      </p:sp>
      <p:sp>
        <p:nvSpPr>
          <p:cNvPr id="2" name="">
            <a:extLst xmlns:a="http://schemas.openxmlformats.org/drawingml/2006/main">
              <a:ext uri="{FF2B5EF4-FFF2-40B4-BE49-F238E27FC236}">
                <a16:creationId xmlns:a16="http://schemas.microsoft.com/office/drawing/2014/main" id="{5B8121EC-7D0B-4638-8C60-5DB27B861D64}"/>
              </a:ext>
            </a:extLst>
          </p:cNvPr>
          <p:cNvSpPr>
            <a:spLocks xmlns:a="http://schemas.openxmlformats.org/drawingml/2006/main" noGrp="1"/>
          </p:cNvSpPr>
          <p:nvPr/>
        </p:nvSpPr>
        <p:spPr>
          <a:xfrm xmlns:a="http://schemas.openxmlformats.org/drawingml/2006/main">
            <a:off x="609600" y="1371600"/>
            <a:ext cx="685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500" b="1">
                <a:solidFill>
                  <a:srgbClr val="111827"/>
                </a:solidFill>
              </a:defRPr>
            </a:pPr>
            <a:r>
              <a:rPr sz="4500" b="1">
                <a:solidFill>
                  <a:srgbClr val="111827"/>
                </a:solidFill>
              </a:rPr>
              <a:t>SmartMobile</a:t>
            </a:r>
          </a:p>
        </p:txBody>
      </p:sp>
      <p:sp>
        <p:nvSpPr>
          <p:cNvPr id="3" name="">
            <a:extLst xmlns:a="http://schemas.openxmlformats.org/drawingml/2006/main">
              <a:ext uri="{FF2B5EF4-FFF2-40B4-BE49-F238E27FC236}">
                <a16:creationId xmlns:a16="http://schemas.microsoft.com/office/drawing/2014/main" id="{07F2B8F5-C3BE-45D7-A248-51105C6971B1}"/>
              </a:ext>
            </a:extLst>
          </p:cNvPr>
          <p:cNvSpPr>
            <a:spLocks xmlns:a="http://schemas.openxmlformats.org/drawingml/2006/main" noGrp="1"/>
          </p:cNvSpPr>
          <p:nvPr/>
        </p:nvSpPr>
        <p:spPr>
          <a:xfrm xmlns:a="http://schemas.openxmlformats.org/drawingml/2006/main">
            <a:off x="609600" y="2324100"/>
            <a:ext cx="666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0">
                <a:solidFill>
                  <a:srgbClr val="4B5563"/>
                </a:solidFill>
              </a:defRPr>
            </a:pPr>
            <a:r>
              <a:rPr sz="2100" b="0">
                <a:solidFill>
                  <a:srgbClr val="4B5563"/>
                </a:solidFill>
              </a:rPr>
              <a:t>Website bán điện thoại và đồng hồ</a:t>
            </a:r>
          </a:p>
        </p:txBody>
      </p:sp>
      <p:sp>
        <p:nvSpPr>
          <p:cNvPr id="4" name="">
            <a:extLst xmlns:a="http://schemas.openxmlformats.org/drawingml/2006/main">
              <a:ext uri="{FF2B5EF4-FFF2-40B4-BE49-F238E27FC236}">
                <a16:creationId xmlns:a16="http://schemas.microsoft.com/office/drawing/2014/main" id="{CFAD4DFB-A873-4D8A-8707-04D6AAC2AB39}"/>
              </a:ext>
            </a:extLst>
          </p:cNvPr>
          <p:cNvSpPr>
            <a:spLocks xmlns:a="http://schemas.openxmlformats.org/drawingml/2006/main" noGrp="1"/>
          </p:cNvSpPr>
          <p:nvPr/>
        </p:nvSpPr>
        <p:spPr>
          <a:xfrm xmlns:a="http://schemas.openxmlformats.org/drawingml/2006/main">
            <a:off x="7810500" y="914400"/>
            <a:ext cx="3143250" cy="4000500"/>
          </a:xfrm>
          <a:prstGeom xmlns:a="http://schemas.openxmlformats.org/drawingml/2006/main" prst="roundRect">
            <a:avLst>
              <a:gd name="adj" fmla="val 4848"/>
            </a:avLst>
          </a:prstGeom>
          <a:solidFill xmlns:a="http://schemas.openxmlformats.org/drawingml/2006/main">
            <a:srgbClr val="DBEAFE"/>
          </a:solidFill>
          <a:ln xmlns:a="http://schemas.openxmlformats.org/drawingml/2006/main" w="9525">
            <a:solidFill>
              <a:srgbClr val="DBEAFE"/>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87f124c8a414a3b"/>
          <a:srcRect xmlns:a="http://schemas.openxmlformats.org/drawingml/2006/main" l="0" t="12500" r="0" b="12500"/>
          <a:stretch xmlns:a="http://schemas.openxmlformats.org/drawingml/2006/main">
            <a:fillRect l="0" t="0" r="0" b="0"/>
          </a:stretch>
        </p:blipFill>
        <p:spPr>
          <a:xfrm xmlns:a="http://schemas.openxmlformats.org/drawingml/2006/main">
            <a:off x="8305800" y="1314450"/>
            <a:ext cx="2190750" cy="2190750"/>
          </a:xfrm>
          <a:prstGeom xmlns:a="http://schemas.openxmlformats.org/drawingml/2006/main" prst="roundRect">
            <a:avLst>
              <a:gd name="adj" fmla="val 5217"/>
            </a:avLst>
          </a:prstGeom>
        </p:spPr>
      </p:pic>
      <p:sp>
        <p:nvSpPr>
          <p:cNvPr id="6" name="">
            <a:extLst xmlns:a="http://schemas.openxmlformats.org/drawingml/2006/main">
              <a:ext uri="{FF2B5EF4-FFF2-40B4-BE49-F238E27FC236}">
                <a16:creationId xmlns:a16="http://schemas.microsoft.com/office/drawing/2014/main" id="{85DE1A18-EDF1-4117-9315-82987CD07E7B}"/>
              </a:ext>
            </a:extLst>
          </p:cNvPr>
          <p:cNvSpPr>
            <a:spLocks xmlns:a="http://schemas.openxmlformats.org/drawingml/2006/main" noGrp="1"/>
          </p:cNvSpPr>
          <p:nvPr/>
        </p:nvSpPr>
        <p:spPr>
          <a:xfrm xmlns:a="http://schemas.openxmlformats.org/drawingml/2006/main">
            <a:off x="609600" y="39052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Nhóm thực hiện: 3 thành viên</a:t>
            </a:r>
          </a:p>
        </p:txBody>
      </p:sp>
      <p:sp>
        <p:nvSpPr>
          <p:cNvPr id="7" name="">
            <a:extLst xmlns:a="http://schemas.openxmlformats.org/drawingml/2006/main">
              <a:ext uri="{FF2B5EF4-FFF2-40B4-BE49-F238E27FC236}">
                <a16:creationId xmlns:a16="http://schemas.microsoft.com/office/drawing/2014/main" id="{0808AE19-C675-48A0-98F4-E45733953F3B}"/>
              </a:ext>
            </a:extLst>
          </p:cNvPr>
          <p:cNvSpPr>
            <a:spLocks xmlns:a="http://schemas.openxmlformats.org/drawingml/2006/main" noGrp="1"/>
          </p:cNvSpPr>
          <p:nvPr/>
        </p:nvSpPr>
        <p:spPr>
          <a:xfrm xmlns:a="http://schemas.openxmlformats.org/drawingml/2006/main">
            <a:off x="609600" y="4400550"/>
            <a:ext cx="647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4B5563"/>
                </a:solidFill>
              </a:defRPr>
            </a:pPr>
            <a:r>
              <a:rPr sz="1500" b="0">
                <a:solidFill>
                  <a:srgbClr val="4B5563"/>
                </a:solidFill>
              </a:rPr>
              <a:t>Thành viên 1: ....................   MSSV: ....................</a:t>
            </a:r>
          </a:p>
          <a:p xmlns:a="http://schemas.openxmlformats.org/drawingml/2006/main">
            <a:pPr algn="l">
              <a:defRPr sz="1500" b="0">
                <a:solidFill>
                  <a:srgbClr val="4B5563"/>
                </a:solidFill>
              </a:defRPr>
            </a:pPr>
            <a:r>
              <a:rPr sz="1500" b="0">
                <a:solidFill>
                  <a:srgbClr val="4B5563"/>
                </a:solidFill>
              </a:rPr>
              <a:t>Thành viên 2: ....................   MSSV: ....................</a:t>
            </a:r>
          </a:p>
          <a:p xmlns:a="http://schemas.openxmlformats.org/drawingml/2006/main">
            <a:pPr algn="l">
              <a:defRPr sz="1500" b="0">
                <a:solidFill>
                  <a:srgbClr val="4B5563"/>
                </a:solidFill>
              </a:defRPr>
            </a:pPr>
            <a:r>
              <a:rPr sz="1500" b="0">
                <a:solidFill>
                  <a:srgbClr val="4B5563"/>
                </a:solidFill>
              </a:rPr>
              <a:t>Thành viên 3: ....................   MSSV: ....................</a:t>
            </a:r>
          </a:p>
        </p:txBody>
      </p:sp>
      <p:sp>
        <p:nvSpPr>
          <p:cNvPr id="8" name="">
            <a:extLst xmlns:a="http://schemas.openxmlformats.org/drawingml/2006/main">
              <a:ext uri="{FF2B5EF4-FFF2-40B4-BE49-F238E27FC236}">
                <a16:creationId xmlns:a16="http://schemas.microsoft.com/office/drawing/2014/main" id="{81FB9E63-05DC-4052-B23D-17151CAD6AC7}"/>
              </a:ext>
            </a:extLst>
          </p:cNvPr>
          <p:cNvSpPr>
            <a:spLocks xmlns:a="http://schemas.openxmlformats.org/drawingml/2006/main" noGrp="1"/>
          </p:cNvSpPr>
          <p:nvPr/>
        </p:nvSpPr>
        <p:spPr>
          <a:xfrm xmlns:a="http://schemas.openxmlformats.org/drawingml/2006/main">
            <a:off x="609600" y="567690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4B5563"/>
                </a:solidFill>
              </a:defRPr>
            </a:pPr>
            <a:r>
              <a:rPr sz="1500" b="0">
                <a:solidFill>
                  <a:srgbClr val="4B5563"/>
                </a:solidFill>
              </a:rPr>
              <a:t>Giảng viên hướng dẫn: ThS. Vũ Thanh Nhàn</a:t>
            </a:r>
          </a:p>
        </p:txBody>
      </p:sp>
      <p:sp>
        <p:nvSpPr>
          <p:cNvPr id="9" name="">
            <a:extLst xmlns:a="http://schemas.openxmlformats.org/drawingml/2006/main">
              <a:ext uri="{FF2B5EF4-FFF2-40B4-BE49-F238E27FC236}">
                <a16:creationId xmlns:a16="http://schemas.microsoft.com/office/drawing/2014/main" id="{F1CA5217-0AA0-435C-9B05-0D3161E7F9BD}"/>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01</a:t>
            </a:r>
          </a:p>
        </p:txBody>
      </p:sp>
    </p:spTree>
    <p:extLst>
      <p:ext uri="{BB962C8B-B14F-4D97-AF65-F5344CB8AC3E}">
        <p14:creationId xmlns:p14="http://schemas.microsoft.com/office/powerpoint/2010/main" val="2701621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4E819C2-5C1B-4086-B24E-B863837D39AE}"/>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E4106438-45DD-4D6A-91A6-709A195FC8A1}"/>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Ý tưởng web: cửa hàng công nghệ dễ xem, dễ mua</a:t>
            </a:r>
          </a:p>
        </p:txBody>
      </p:sp>
      <p:sp>
        <p:nvSpPr>
          <p:cNvPr id="3" name="">
            <a:extLst xmlns:a="http://schemas.openxmlformats.org/drawingml/2006/main">
              <a:ext uri="{FF2B5EF4-FFF2-40B4-BE49-F238E27FC236}">
                <a16:creationId xmlns:a16="http://schemas.microsoft.com/office/drawing/2014/main" id="{19FD7F05-D464-4129-8D05-0B4FF9254FDA}"/>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81928870-517B-481F-8151-491738EA6946}"/>
              </a:ext>
            </a:extLst>
          </p:cNvPr>
          <p:cNvSpPr>
            <a:spLocks xmlns:a="http://schemas.openxmlformats.org/drawingml/2006/main" noGrp="1"/>
          </p:cNvSpPr>
          <p:nvPr/>
        </p:nvSpPr>
        <p:spPr>
          <a:xfrm xmlns:a="http://schemas.openxmlformats.org/drawingml/2006/main">
            <a:off x="685800" y="1676400"/>
            <a:ext cx="685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111827"/>
                </a:solidFill>
              </a:defRPr>
            </a:pPr>
            <a:r>
              <a:rPr sz="1875" b="0">
                <a:solidFill>
                  <a:srgbClr val="111827"/>
                </a:solidFill>
              </a:rPr>
              <a:t>SmartMobile mô phỏng một website bán điện thoại và đồng hồ cho khách hàng phổ thông. Trọng tâm là trình bày sản phẩm rõ ràng, mở được trang chi tiết và thêm sản phẩm vào giỏ hàng bằng JavaScript cơ bản.</a:t>
            </a:r>
          </a:p>
        </p:txBody>
      </p:sp>
      <p:sp>
        <p:nvSpPr>
          <p:cNvPr id="5" name="">
            <a:extLst xmlns:a="http://schemas.openxmlformats.org/drawingml/2006/main">
              <a:ext uri="{FF2B5EF4-FFF2-40B4-BE49-F238E27FC236}">
                <a16:creationId xmlns:a16="http://schemas.microsoft.com/office/drawing/2014/main" id="{7612148F-008E-452B-8906-9EE22A5F91AD}"/>
              </a:ext>
            </a:extLst>
          </p:cNvPr>
          <p:cNvSpPr>
            <a:spLocks xmlns:a="http://schemas.openxmlformats.org/drawingml/2006/main" noGrp="1"/>
          </p:cNvSpPr>
          <p:nvPr/>
        </p:nvSpPr>
        <p:spPr>
          <a:xfrm xmlns:a="http://schemas.openxmlformats.org/drawingml/2006/main">
            <a:off x="8096250" y="1676400"/>
            <a:ext cx="2952750" cy="2952750"/>
          </a:xfrm>
          <a:prstGeom xmlns:a="http://schemas.openxmlformats.org/drawingml/2006/main" prst="roundRect">
            <a:avLst>
              <a:gd name="adj" fmla="val 5161"/>
            </a:avLst>
          </a:prstGeom>
          <a:solidFill xmlns:a="http://schemas.openxmlformats.org/drawingml/2006/main">
            <a:srgbClr val="F3F4F6"/>
          </a:solidFill>
          <a:ln xmlns:a="http://schemas.openxmlformats.org/drawingml/2006/main" w="9525">
            <a:solidFill>
              <a:srgbClr val="F3F4F6"/>
            </a:solidFill>
            <a:prstDash val="solid"/>
          </a:ln>
        </p:spPr>
      </p:sp>
      <p:sp>
        <p:nvSpPr>
          <p:cNvPr id="6" name="">
            <a:extLst xmlns:a="http://schemas.openxmlformats.org/drawingml/2006/main">
              <a:ext uri="{FF2B5EF4-FFF2-40B4-BE49-F238E27FC236}">
                <a16:creationId xmlns:a16="http://schemas.microsoft.com/office/drawing/2014/main" id="{CBE1B7DC-3F05-4957-892C-436DD9959F83}"/>
              </a:ext>
            </a:extLst>
          </p:cNvPr>
          <p:cNvSpPr>
            <a:spLocks xmlns:a="http://schemas.openxmlformats.org/drawingml/2006/main" noGrp="1"/>
          </p:cNvSpPr>
          <p:nvPr/>
        </p:nvSpPr>
        <p:spPr>
          <a:xfrm xmlns:a="http://schemas.openxmlformats.org/drawingml/2006/main">
            <a:off x="8458200" y="203835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111827"/>
                </a:solidFill>
              </a:defRPr>
            </a:pPr>
            <a:r>
              <a:rPr sz="1950" b="1">
                <a:solidFill>
                  <a:srgbClr val="111827"/>
                </a:solidFill>
              </a:rPr>
              <a:t>Mục tiêu</a:t>
            </a:r>
          </a:p>
        </p:txBody>
      </p:sp>
      <p:sp>
        <p:nvSpPr>
          <p:cNvPr id="7" name="">
            <a:extLst xmlns:a="http://schemas.openxmlformats.org/drawingml/2006/main">
              <a:ext uri="{FF2B5EF4-FFF2-40B4-BE49-F238E27FC236}">
                <a16:creationId xmlns:a16="http://schemas.microsoft.com/office/drawing/2014/main" id="{1F26CC64-0A1F-4F81-AFF6-6926424DD857}"/>
              </a:ext>
            </a:extLst>
          </p:cNvPr>
          <p:cNvSpPr>
            <a:spLocks xmlns:a="http://schemas.openxmlformats.org/drawingml/2006/main" noGrp="1"/>
          </p:cNvSpPr>
          <p:nvPr/>
        </p:nvSpPr>
        <p:spPr>
          <a:xfrm xmlns:a="http://schemas.openxmlformats.org/drawingml/2006/main">
            <a:off x="8401050" y="2609850"/>
            <a:ext cx="2381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11827"/>
                </a:solidFill>
              </a:defRPr>
            </a:pPr>
            <a:r>
              <a:rPr sz="1425" b="0">
                <a:solidFill>
                  <a:srgbClr val="111827"/>
                </a:solidFill>
              </a:rPr>
              <a:t>• Giao diện sáng, dễ nhìn</a:t>
            </a:r>
          </a:p>
          <a:p xmlns:a="http://schemas.openxmlformats.org/drawingml/2006/main">
            <a:pPr algn="l">
              <a:defRPr sz="1425" b="0">
                <a:solidFill>
                  <a:srgbClr val="111827"/>
                </a:solidFill>
              </a:defRPr>
            </a:pPr>
            <a:r>
              <a:rPr sz="1425" b="0">
                <a:solidFill>
                  <a:srgbClr val="111827"/>
                </a:solidFill>
              </a:rPr>
              <a:t>• Sản phẩm có giá và thông số</a:t>
            </a:r>
          </a:p>
          <a:p xmlns:a="http://schemas.openxmlformats.org/drawingml/2006/main">
            <a:pPr algn="l">
              <a:defRPr sz="1425" b="0">
                <a:solidFill>
                  <a:srgbClr val="111827"/>
                </a:solidFill>
              </a:defRPr>
            </a:pPr>
            <a:r>
              <a:rPr sz="1425" b="0">
                <a:solidFill>
                  <a:srgbClr val="111827"/>
                </a:solidFill>
              </a:rPr>
              <a:t>• Luồng mua hàng đơn giản</a:t>
            </a:r>
          </a:p>
          <a:p xmlns:a="http://schemas.openxmlformats.org/drawingml/2006/main">
            <a:pPr algn="l">
              <a:defRPr sz="1425" b="0">
                <a:solidFill>
                  <a:srgbClr val="111827"/>
                </a:solidFill>
              </a:defRPr>
            </a:pPr>
            <a:r>
              <a:rPr sz="1425" b="0">
                <a:solidFill>
                  <a:srgbClr val="111827"/>
                </a:solidFill>
              </a:rPr>
              <a:t>• Code phù hợp sinh viên năm nhất</a:t>
            </a:r>
          </a:p>
        </p:txBody>
      </p:sp>
      <p:sp>
        <p:nvSpPr>
          <p:cNvPr id="8" name="">
            <a:extLst xmlns:a="http://schemas.openxmlformats.org/drawingml/2006/main">
              <a:ext uri="{FF2B5EF4-FFF2-40B4-BE49-F238E27FC236}">
                <a16:creationId xmlns:a16="http://schemas.microsoft.com/office/drawing/2014/main" id="{D091BBC8-CAF5-4227-8B96-FB4195A1863F}"/>
              </a:ext>
            </a:extLst>
          </p:cNvPr>
          <p:cNvSpPr>
            <a:spLocks xmlns:a="http://schemas.openxmlformats.org/drawingml/2006/main" noGrp="1"/>
          </p:cNvSpPr>
          <p:nvPr/>
        </p:nvSpPr>
        <p:spPr>
          <a:xfrm xmlns:a="http://schemas.openxmlformats.org/drawingml/2006/main">
            <a:off x="800100" y="4171950"/>
            <a:ext cx="1619250" cy="514350"/>
          </a:xfrm>
          <a:prstGeom xmlns:a="http://schemas.openxmlformats.org/drawingml/2006/main" prst="roundRect">
            <a:avLst>
              <a:gd name="adj" fmla="val 22222"/>
            </a:avLst>
          </a:prstGeom>
          <a:solidFill xmlns:a="http://schemas.openxmlformats.org/drawingml/2006/main">
            <a:srgbClr val="DBEAFE"/>
          </a:solidFill>
          <a:ln xmlns:a="http://schemas.openxmlformats.org/drawingml/2006/main" w="9525">
            <a:solidFill>
              <a:srgbClr val="DBEAFE"/>
            </a:solidFill>
            <a:prstDash val="solid"/>
          </a:ln>
        </p:spPr>
      </p:sp>
      <p:sp>
        <p:nvSpPr>
          <p:cNvPr id="9" name="">
            <a:extLst xmlns:a="http://schemas.openxmlformats.org/drawingml/2006/main">
              <a:ext uri="{FF2B5EF4-FFF2-40B4-BE49-F238E27FC236}">
                <a16:creationId xmlns:a16="http://schemas.microsoft.com/office/drawing/2014/main" id="{03364449-B493-4043-AEA7-3DE72434B367}"/>
              </a:ext>
            </a:extLst>
          </p:cNvPr>
          <p:cNvSpPr>
            <a:spLocks xmlns:a="http://schemas.openxmlformats.org/drawingml/2006/main" noGrp="1"/>
          </p:cNvSpPr>
          <p:nvPr/>
        </p:nvSpPr>
        <p:spPr>
          <a:xfrm xmlns:a="http://schemas.openxmlformats.org/drawingml/2006/main">
            <a:off x="952500" y="4295775"/>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11827"/>
                </a:solidFill>
              </a:defRPr>
            </a:pPr>
            <a:r>
              <a:rPr sz="1350" b="1">
                <a:solidFill>
                  <a:srgbClr val="111827"/>
                </a:solidFill>
              </a:rPr>
              <a:t>HTML</a:t>
            </a:r>
          </a:p>
        </p:txBody>
      </p:sp>
      <p:sp>
        <p:nvSpPr>
          <p:cNvPr id="10" name="">
            <a:extLst xmlns:a="http://schemas.openxmlformats.org/drawingml/2006/main">
              <a:ext uri="{FF2B5EF4-FFF2-40B4-BE49-F238E27FC236}">
                <a16:creationId xmlns:a16="http://schemas.microsoft.com/office/drawing/2014/main" id="{1E1733D3-2459-48F8-B1BD-C7D1EDE21843}"/>
              </a:ext>
            </a:extLst>
          </p:cNvPr>
          <p:cNvSpPr>
            <a:spLocks xmlns:a="http://schemas.openxmlformats.org/drawingml/2006/main" noGrp="1"/>
          </p:cNvSpPr>
          <p:nvPr/>
        </p:nvSpPr>
        <p:spPr>
          <a:xfrm xmlns:a="http://schemas.openxmlformats.org/drawingml/2006/main">
            <a:off x="2705100" y="4171950"/>
            <a:ext cx="1619250" cy="514350"/>
          </a:xfrm>
          <a:prstGeom xmlns:a="http://schemas.openxmlformats.org/drawingml/2006/main" prst="roundRect">
            <a:avLst>
              <a:gd name="adj" fmla="val 22222"/>
            </a:avLst>
          </a:prstGeom>
          <a:solidFill xmlns:a="http://schemas.openxmlformats.org/drawingml/2006/main">
            <a:srgbClr val="DBEAFE"/>
          </a:solidFill>
          <a:ln xmlns:a="http://schemas.openxmlformats.org/drawingml/2006/main" w="9525">
            <a:solidFill>
              <a:srgbClr val="DBEAFE"/>
            </a:solidFill>
            <a:prstDash val="solid"/>
          </a:ln>
        </p:spPr>
      </p:sp>
      <p:sp>
        <p:nvSpPr>
          <p:cNvPr id="11" name="">
            <a:extLst xmlns:a="http://schemas.openxmlformats.org/drawingml/2006/main">
              <a:ext uri="{FF2B5EF4-FFF2-40B4-BE49-F238E27FC236}">
                <a16:creationId xmlns:a16="http://schemas.microsoft.com/office/drawing/2014/main" id="{30E7600C-3251-4D8E-AE2F-BAB2F4FC1E93}"/>
              </a:ext>
            </a:extLst>
          </p:cNvPr>
          <p:cNvSpPr>
            <a:spLocks xmlns:a="http://schemas.openxmlformats.org/drawingml/2006/main" noGrp="1"/>
          </p:cNvSpPr>
          <p:nvPr/>
        </p:nvSpPr>
        <p:spPr>
          <a:xfrm xmlns:a="http://schemas.openxmlformats.org/drawingml/2006/main">
            <a:off x="2857500" y="4295775"/>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11827"/>
                </a:solidFill>
              </a:defRPr>
            </a:pPr>
            <a:r>
              <a:rPr sz="1350" b="1">
                <a:solidFill>
                  <a:srgbClr val="111827"/>
                </a:solidFill>
              </a:rPr>
              <a:t>CSS</a:t>
            </a:r>
          </a:p>
        </p:txBody>
      </p:sp>
      <p:sp>
        <p:nvSpPr>
          <p:cNvPr id="12" name="">
            <a:extLst xmlns:a="http://schemas.openxmlformats.org/drawingml/2006/main">
              <a:ext uri="{FF2B5EF4-FFF2-40B4-BE49-F238E27FC236}">
                <a16:creationId xmlns:a16="http://schemas.microsoft.com/office/drawing/2014/main" id="{0BE668CB-D85A-4B0A-99D3-EFCA02C169C8}"/>
              </a:ext>
            </a:extLst>
          </p:cNvPr>
          <p:cNvSpPr>
            <a:spLocks xmlns:a="http://schemas.openxmlformats.org/drawingml/2006/main" noGrp="1"/>
          </p:cNvSpPr>
          <p:nvPr/>
        </p:nvSpPr>
        <p:spPr>
          <a:xfrm xmlns:a="http://schemas.openxmlformats.org/drawingml/2006/main">
            <a:off x="4610100" y="4171950"/>
            <a:ext cx="2000250" cy="514350"/>
          </a:xfrm>
          <a:prstGeom xmlns:a="http://schemas.openxmlformats.org/drawingml/2006/main" prst="roundRect">
            <a:avLst>
              <a:gd name="adj" fmla="val 22222"/>
            </a:avLst>
          </a:prstGeom>
          <a:solidFill xmlns:a="http://schemas.openxmlformats.org/drawingml/2006/main">
            <a:srgbClr val="DBEAFE"/>
          </a:solidFill>
          <a:ln xmlns:a="http://schemas.openxmlformats.org/drawingml/2006/main" w="9525">
            <a:solidFill>
              <a:srgbClr val="DBEAFE"/>
            </a:solidFill>
            <a:prstDash val="solid"/>
          </a:ln>
        </p:spPr>
      </p:sp>
      <p:sp>
        <p:nvSpPr>
          <p:cNvPr id="13" name="">
            <a:extLst xmlns:a="http://schemas.openxmlformats.org/drawingml/2006/main">
              <a:ext uri="{FF2B5EF4-FFF2-40B4-BE49-F238E27FC236}">
                <a16:creationId xmlns:a16="http://schemas.microsoft.com/office/drawing/2014/main" id="{B11A6CE1-58A0-47E9-AC61-4DE3497C95C6}"/>
              </a:ext>
            </a:extLst>
          </p:cNvPr>
          <p:cNvSpPr>
            <a:spLocks xmlns:a="http://schemas.openxmlformats.org/drawingml/2006/main" noGrp="1"/>
          </p:cNvSpPr>
          <p:nvPr/>
        </p:nvSpPr>
        <p:spPr>
          <a:xfrm xmlns:a="http://schemas.openxmlformats.org/drawingml/2006/main">
            <a:off x="4762500" y="429577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11827"/>
                </a:solidFill>
              </a:defRPr>
            </a:pPr>
            <a:r>
              <a:rPr sz="1350" b="1">
                <a:solidFill>
                  <a:srgbClr val="111827"/>
                </a:solidFill>
              </a:rPr>
              <a:t>JavaScript</a:t>
            </a:r>
          </a:p>
        </p:txBody>
      </p:sp>
      <p:sp>
        <p:nvSpPr>
          <p:cNvPr id="14" name="">
            <a:extLst xmlns:a="http://schemas.openxmlformats.org/drawingml/2006/main">
              <a:ext uri="{FF2B5EF4-FFF2-40B4-BE49-F238E27FC236}">
                <a16:creationId xmlns:a16="http://schemas.microsoft.com/office/drawing/2014/main" id="{C3237A8C-9DB2-4E14-9F47-9FDEB86CC68A}"/>
              </a:ext>
            </a:extLst>
          </p:cNvPr>
          <p:cNvSpPr>
            <a:spLocks xmlns:a="http://schemas.openxmlformats.org/drawingml/2006/main" noGrp="1"/>
          </p:cNvSpPr>
          <p:nvPr/>
        </p:nvSpPr>
        <p:spPr>
          <a:xfrm xmlns:a="http://schemas.openxmlformats.org/drawingml/2006/main">
            <a:off x="8001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563EB"/>
                </a:solidFill>
              </a:defRPr>
            </a:pPr>
            <a:r>
              <a:rPr sz="1650" b="1">
                <a:solidFill>
                  <a:srgbClr val="2563EB"/>
                </a:solidFill>
              </a:rPr>
              <a:t>Điểm nhấn: không dùng thư viện ngoài, dễ giải thích khi thuyết trình.</a:t>
            </a:r>
          </a:p>
        </p:txBody>
      </p:sp>
      <p:sp>
        <p:nvSpPr>
          <p:cNvPr id="15" name="">
            <a:extLst xmlns:a="http://schemas.openxmlformats.org/drawingml/2006/main">
              <a:ext uri="{FF2B5EF4-FFF2-40B4-BE49-F238E27FC236}">
                <a16:creationId xmlns:a16="http://schemas.microsoft.com/office/drawing/2014/main" id="{B98ADCCF-6A2F-4F3B-B4EA-94FC97A69F8A}"/>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02</a:t>
            </a:r>
          </a:p>
        </p:txBody>
      </p:sp>
    </p:spTree>
    <p:extLst>
      <p:ext uri="{BB962C8B-B14F-4D97-AF65-F5344CB8AC3E}">
        <p14:creationId xmlns:p14="http://schemas.microsoft.com/office/powerpoint/2010/main" val="7668031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31E550F-589B-4A49-8C4F-ACF6758A0DCF}"/>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CDD63268-DBFE-4BAE-B631-BA4C53E054FC}"/>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Chức năng chính bám sát website bán hàng</a:t>
            </a:r>
          </a:p>
        </p:txBody>
      </p:sp>
      <p:sp>
        <p:nvSpPr>
          <p:cNvPr id="3" name="">
            <a:extLst xmlns:a="http://schemas.openxmlformats.org/drawingml/2006/main">
              <a:ext uri="{FF2B5EF4-FFF2-40B4-BE49-F238E27FC236}">
                <a16:creationId xmlns:a16="http://schemas.microsoft.com/office/drawing/2014/main" id="{AAB105D2-B76E-4E52-8C60-27D0CE8C03DE}"/>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80DAB9E6-79AB-48C7-84E5-0004F8A9F622}"/>
              </a:ext>
            </a:extLst>
          </p:cNvPr>
          <p:cNvSpPr>
            <a:spLocks xmlns:a="http://schemas.openxmlformats.org/drawingml/2006/main" noGrp="1"/>
          </p:cNvSpPr>
          <p:nvPr/>
        </p:nvSpPr>
        <p:spPr>
          <a:xfrm xmlns:a="http://schemas.openxmlformats.org/drawingml/2006/main">
            <a:off x="762000" y="1752600"/>
            <a:ext cx="4762500" cy="1428750"/>
          </a:xfrm>
          <a:prstGeom xmlns:a="http://schemas.openxmlformats.org/drawingml/2006/main" prst="roundRect">
            <a:avLst>
              <a:gd name="adj" fmla="val 8000"/>
            </a:avLst>
          </a:prstGeom>
          <a:solidFill xmlns:a="http://schemas.openxmlformats.org/drawingml/2006/main">
            <a:srgbClr val="F3F4F6"/>
          </a:solidFill>
          <a:ln xmlns:a="http://schemas.openxmlformats.org/drawingml/2006/main" w="9525">
            <a:solidFill>
              <a:srgbClr val="CBD5E1"/>
            </a:solidFill>
            <a:prstDash val="solid"/>
          </a:ln>
        </p:spPr>
      </p:sp>
      <p:sp>
        <p:nvSpPr>
          <p:cNvPr id="5" name="">
            <a:extLst xmlns:a="http://schemas.openxmlformats.org/drawingml/2006/main">
              <a:ext uri="{FF2B5EF4-FFF2-40B4-BE49-F238E27FC236}">
                <a16:creationId xmlns:a16="http://schemas.microsoft.com/office/drawing/2014/main" id="{735B06AA-6B83-473C-9FCD-64AFF87A6D9C}"/>
              </a:ext>
            </a:extLst>
          </p:cNvPr>
          <p:cNvSpPr>
            <a:spLocks xmlns:a="http://schemas.openxmlformats.org/drawingml/2006/main" noGrp="1"/>
          </p:cNvSpPr>
          <p:nvPr/>
        </p:nvSpPr>
        <p:spPr>
          <a:xfrm xmlns:a="http://schemas.openxmlformats.org/drawingml/2006/main">
            <a:off x="1028700" y="1981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2563EB"/>
                </a:solidFill>
              </a:defRPr>
            </a:pPr>
            <a:r>
              <a:rPr sz="1950" b="1">
                <a:solidFill>
                  <a:srgbClr val="2563EB"/>
                </a:solidFill>
              </a:rPr>
              <a:t>Trang chủ</a:t>
            </a:r>
          </a:p>
        </p:txBody>
      </p:sp>
      <p:sp>
        <p:nvSpPr>
          <p:cNvPr id="6" name="">
            <a:extLst xmlns:a="http://schemas.openxmlformats.org/drawingml/2006/main">
              <a:ext uri="{FF2B5EF4-FFF2-40B4-BE49-F238E27FC236}">
                <a16:creationId xmlns:a16="http://schemas.microsoft.com/office/drawing/2014/main" id="{F1E41322-00F0-46E9-8D2E-3CDFC6949F6B}"/>
              </a:ext>
            </a:extLst>
          </p:cNvPr>
          <p:cNvSpPr>
            <a:spLocks xmlns:a="http://schemas.openxmlformats.org/drawingml/2006/main" noGrp="1"/>
          </p:cNvSpPr>
          <p:nvPr/>
        </p:nvSpPr>
        <p:spPr>
          <a:xfrm xmlns:a="http://schemas.openxmlformats.org/drawingml/2006/main">
            <a:off x="1028700" y="247650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4B5563"/>
                </a:solidFill>
              </a:defRPr>
            </a:pPr>
            <a:r>
              <a:rPr sz="1575" b="0">
                <a:solidFill>
                  <a:srgbClr val="4B5563"/>
                </a:solidFill>
              </a:rPr>
              <a:t>Hero, danh mục, sản phẩm nổi bật và liên hệ.</a:t>
            </a:r>
          </a:p>
        </p:txBody>
      </p:sp>
      <p:sp>
        <p:nvSpPr>
          <p:cNvPr id="7" name="">
            <a:extLst xmlns:a="http://schemas.openxmlformats.org/drawingml/2006/main">
              <a:ext uri="{FF2B5EF4-FFF2-40B4-BE49-F238E27FC236}">
                <a16:creationId xmlns:a16="http://schemas.microsoft.com/office/drawing/2014/main" id="{B6A6FD30-B049-4027-9C95-08829C328D6A}"/>
              </a:ext>
            </a:extLst>
          </p:cNvPr>
          <p:cNvSpPr>
            <a:spLocks xmlns:a="http://schemas.openxmlformats.org/drawingml/2006/main" noGrp="1"/>
          </p:cNvSpPr>
          <p:nvPr/>
        </p:nvSpPr>
        <p:spPr>
          <a:xfrm xmlns:a="http://schemas.openxmlformats.org/drawingml/2006/main">
            <a:off x="6381750" y="1752600"/>
            <a:ext cx="4762500" cy="1428750"/>
          </a:xfrm>
          <a:prstGeom xmlns:a="http://schemas.openxmlformats.org/drawingml/2006/main" prst="roundRect">
            <a:avLst>
              <a:gd name="adj" fmla="val 8000"/>
            </a:avLst>
          </a:prstGeom>
          <a:solidFill xmlns:a="http://schemas.openxmlformats.org/drawingml/2006/main">
            <a:srgbClr val="F3F4F6"/>
          </a:solidFill>
          <a:ln xmlns:a="http://schemas.openxmlformats.org/drawingml/2006/main" w="9525">
            <a:solidFill>
              <a:srgbClr val="CBD5E1"/>
            </a:solidFill>
            <a:prstDash val="solid"/>
          </a:ln>
        </p:spPr>
      </p:sp>
      <p:sp>
        <p:nvSpPr>
          <p:cNvPr id="8" name="">
            <a:extLst xmlns:a="http://schemas.openxmlformats.org/drawingml/2006/main">
              <a:ext uri="{FF2B5EF4-FFF2-40B4-BE49-F238E27FC236}">
                <a16:creationId xmlns:a16="http://schemas.microsoft.com/office/drawing/2014/main" id="{B244F933-C970-4344-8239-279158D273E6}"/>
              </a:ext>
            </a:extLst>
          </p:cNvPr>
          <p:cNvSpPr>
            <a:spLocks xmlns:a="http://schemas.openxmlformats.org/drawingml/2006/main" noGrp="1"/>
          </p:cNvSpPr>
          <p:nvPr/>
        </p:nvSpPr>
        <p:spPr>
          <a:xfrm xmlns:a="http://schemas.openxmlformats.org/drawingml/2006/main">
            <a:off x="6648450" y="1981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2563EB"/>
                </a:solidFill>
              </a:defRPr>
            </a:pPr>
            <a:r>
              <a:rPr sz="1950" b="1">
                <a:solidFill>
                  <a:srgbClr val="2563EB"/>
                </a:solidFill>
              </a:rPr>
              <a:t>Danh sách sản phẩm</a:t>
            </a:r>
          </a:p>
        </p:txBody>
      </p:sp>
      <p:sp>
        <p:nvSpPr>
          <p:cNvPr id="9" name="">
            <a:extLst xmlns:a="http://schemas.openxmlformats.org/drawingml/2006/main">
              <a:ext uri="{FF2B5EF4-FFF2-40B4-BE49-F238E27FC236}">
                <a16:creationId xmlns:a16="http://schemas.microsoft.com/office/drawing/2014/main" id="{E00FE106-BAD3-4BA2-B563-DEFD117FA16A}"/>
              </a:ext>
            </a:extLst>
          </p:cNvPr>
          <p:cNvSpPr>
            <a:spLocks xmlns:a="http://schemas.openxmlformats.org/drawingml/2006/main" noGrp="1"/>
          </p:cNvSpPr>
          <p:nvPr/>
        </p:nvSpPr>
        <p:spPr>
          <a:xfrm xmlns:a="http://schemas.openxmlformats.org/drawingml/2006/main">
            <a:off x="6648450" y="247650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4B5563"/>
                </a:solidFill>
              </a:defRPr>
            </a:pPr>
            <a:r>
              <a:rPr sz="1575" b="0">
                <a:solidFill>
                  <a:srgbClr val="4B5563"/>
                </a:solidFill>
              </a:rPr>
              <a:t>10 sản phẩm gồm điện thoại và đồng hồ.</a:t>
            </a:r>
          </a:p>
        </p:txBody>
      </p:sp>
      <p:sp>
        <p:nvSpPr>
          <p:cNvPr id="10" name="">
            <a:extLst xmlns:a="http://schemas.openxmlformats.org/drawingml/2006/main">
              <a:ext uri="{FF2B5EF4-FFF2-40B4-BE49-F238E27FC236}">
                <a16:creationId xmlns:a16="http://schemas.microsoft.com/office/drawing/2014/main" id="{56E5B0C7-092C-4386-81D4-FF2BD19CF298}"/>
              </a:ext>
            </a:extLst>
          </p:cNvPr>
          <p:cNvSpPr>
            <a:spLocks xmlns:a="http://schemas.openxmlformats.org/drawingml/2006/main" noGrp="1"/>
          </p:cNvSpPr>
          <p:nvPr/>
        </p:nvSpPr>
        <p:spPr>
          <a:xfrm xmlns:a="http://schemas.openxmlformats.org/drawingml/2006/main">
            <a:off x="762000" y="3752850"/>
            <a:ext cx="4762500" cy="1428750"/>
          </a:xfrm>
          <a:prstGeom xmlns:a="http://schemas.openxmlformats.org/drawingml/2006/main" prst="roundRect">
            <a:avLst>
              <a:gd name="adj" fmla="val 8000"/>
            </a:avLst>
          </a:prstGeom>
          <a:solidFill xmlns:a="http://schemas.openxmlformats.org/drawingml/2006/main">
            <a:srgbClr val="F3F4F6"/>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A047528C-1360-475D-9E3E-629F933A62F2}"/>
              </a:ext>
            </a:extLst>
          </p:cNvPr>
          <p:cNvSpPr>
            <a:spLocks xmlns:a="http://schemas.openxmlformats.org/drawingml/2006/main" noGrp="1"/>
          </p:cNvSpPr>
          <p:nvPr/>
        </p:nvSpPr>
        <p:spPr>
          <a:xfrm xmlns:a="http://schemas.openxmlformats.org/drawingml/2006/main">
            <a:off x="1028700" y="3981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2563EB"/>
                </a:solidFill>
              </a:defRPr>
            </a:pPr>
            <a:r>
              <a:rPr sz="1950" b="1">
                <a:solidFill>
                  <a:srgbClr val="2563EB"/>
                </a:solidFill>
              </a:rPr>
              <a:t>Chi tiết sản phẩm</a:t>
            </a:r>
          </a:p>
        </p:txBody>
      </p:sp>
      <p:sp>
        <p:nvSpPr>
          <p:cNvPr id="12" name="">
            <a:extLst xmlns:a="http://schemas.openxmlformats.org/drawingml/2006/main">
              <a:ext uri="{FF2B5EF4-FFF2-40B4-BE49-F238E27FC236}">
                <a16:creationId xmlns:a16="http://schemas.microsoft.com/office/drawing/2014/main" id="{6ECF41A1-9BFC-4034-8AA7-574083493A17}"/>
              </a:ext>
            </a:extLst>
          </p:cNvPr>
          <p:cNvSpPr>
            <a:spLocks xmlns:a="http://schemas.openxmlformats.org/drawingml/2006/main" noGrp="1"/>
          </p:cNvSpPr>
          <p:nvPr/>
        </p:nvSpPr>
        <p:spPr>
          <a:xfrm xmlns:a="http://schemas.openxmlformats.org/drawingml/2006/main">
            <a:off x="1028700" y="447675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4B5563"/>
                </a:solidFill>
              </a:defRPr>
            </a:pPr>
            <a:r>
              <a:rPr sz="1575" b="0">
                <a:solidFill>
                  <a:srgbClr val="4B5563"/>
                </a:solidFill>
              </a:rPr>
              <a:t>Ảnh, giá, mô tả, thông số và đánh giá giả lập.</a:t>
            </a:r>
          </a:p>
        </p:txBody>
      </p:sp>
      <p:sp>
        <p:nvSpPr>
          <p:cNvPr id="13" name="">
            <a:extLst xmlns:a="http://schemas.openxmlformats.org/drawingml/2006/main">
              <a:ext uri="{FF2B5EF4-FFF2-40B4-BE49-F238E27FC236}">
                <a16:creationId xmlns:a16="http://schemas.microsoft.com/office/drawing/2014/main" id="{2488140D-2ED1-422A-A753-CD202CDA9480}"/>
              </a:ext>
            </a:extLst>
          </p:cNvPr>
          <p:cNvSpPr>
            <a:spLocks xmlns:a="http://schemas.openxmlformats.org/drawingml/2006/main" noGrp="1"/>
          </p:cNvSpPr>
          <p:nvPr/>
        </p:nvSpPr>
        <p:spPr>
          <a:xfrm xmlns:a="http://schemas.openxmlformats.org/drawingml/2006/main">
            <a:off x="6381750" y="3752850"/>
            <a:ext cx="4762500" cy="1428750"/>
          </a:xfrm>
          <a:prstGeom xmlns:a="http://schemas.openxmlformats.org/drawingml/2006/main" prst="roundRect">
            <a:avLst>
              <a:gd name="adj" fmla="val 8000"/>
            </a:avLst>
          </a:prstGeom>
          <a:solidFill xmlns:a="http://schemas.openxmlformats.org/drawingml/2006/main">
            <a:srgbClr val="F3F4F6"/>
          </a:solidFill>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55CE2A50-1B42-48CC-87BB-140A13A22AD9}"/>
              </a:ext>
            </a:extLst>
          </p:cNvPr>
          <p:cNvSpPr>
            <a:spLocks xmlns:a="http://schemas.openxmlformats.org/drawingml/2006/main" noGrp="1"/>
          </p:cNvSpPr>
          <p:nvPr/>
        </p:nvSpPr>
        <p:spPr>
          <a:xfrm xmlns:a="http://schemas.openxmlformats.org/drawingml/2006/main">
            <a:off x="6648450" y="3981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2563EB"/>
                </a:solidFill>
              </a:defRPr>
            </a:pPr>
            <a:r>
              <a:rPr sz="1950" b="1">
                <a:solidFill>
                  <a:srgbClr val="2563EB"/>
                </a:solidFill>
              </a:rPr>
              <a:t>Giỏ hàng</a:t>
            </a:r>
          </a:p>
        </p:txBody>
      </p:sp>
      <p:sp>
        <p:nvSpPr>
          <p:cNvPr id="15" name="">
            <a:extLst xmlns:a="http://schemas.openxmlformats.org/drawingml/2006/main">
              <a:ext uri="{FF2B5EF4-FFF2-40B4-BE49-F238E27FC236}">
                <a16:creationId xmlns:a16="http://schemas.microsoft.com/office/drawing/2014/main" id="{F388F1F6-666E-48A7-8099-9F5BC75263EA}"/>
              </a:ext>
            </a:extLst>
          </p:cNvPr>
          <p:cNvSpPr>
            <a:spLocks xmlns:a="http://schemas.openxmlformats.org/drawingml/2006/main" noGrp="1"/>
          </p:cNvSpPr>
          <p:nvPr/>
        </p:nvSpPr>
        <p:spPr>
          <a:xfrm xmlns:a="http://schemas.openxmlformats.org/drawingml/2006/main">
            <a:off x="6648450" y="447675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4B5563"/>
                </a:solidFill>
              </a:defRPr>
            </a:pPr>
            <a:r>
              <a:rPr sz="1575" b="0">
                <a:solidFill>
                  <a:srgbClr val="4B5563"/>
                </a:solidFill>
              </a:rPr>
              <a:t>Thêm sản phẩm, chỉnh số lượng và tính tổng tiền.</a:t>
            </a:r>
          </a:p>
        </p:txBody>
      </p:sp>
      <p:sp>
        <p:nvSpPr>
          <p:cNvPr id="16" name="">
            <a:extLst xmlns:a="http://schemas.openxmlformats.org/drawingml/2006/main">
              <a:ext uri="{FF2B5EF4-FFF2-40B4-BE49-F238E27FC236}">
                <a16:creationId xmlns:a16="http://schemas.microsoft.com/office/drawing/2014/main" id="{80F0114C-74BA-445E-BD88-BFBAF7F453B1}"/>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03</a:t>
            </a:r>
          </a:p>
        </p:txBody>
      </p:sp>
    </p:spTree>
    <p:extLst>
      <p:ext uri="{BB962C8B-B14F-4D97-AF65-F5344CB8AC3E}">
        <p14:creationId xmlns:p14="http://schemas.microsoft.com/office/powerpoint/2010/main" val="4137119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B43AB00-39A4-49DC-ACA4-837FE9F645CB}"/>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B1C8BFA3-FF1B-4C73-A5B2-59E030D9F4DD}"/>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Cấu trúc lưu trữ đúng yêu cầu bài thiết kế web</a:t>
            </a:r>
          </a:p>
        </p:txBody>
      </p:sp>
      <p:sp>
        <p:nvSpPr>
          <p:cNvPr id="3" name="">
            <a:extLst xmlns:a="http://schemas.openxmlformats.org/drawingml/2006/main">
              <a:ext uri="{FF2B5EF4-FFF2-40B4-BE49-F238E27FC236}">
                <a16:creationId xmlns:a16="http://schemas.microsoft.com/office/drawing/2014/main" id="{644DCD7D-8A07-407A-BC65-B76B34182AD7}"/>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EA9D06FB-D5A5-4CDC-B97D-9979E64DE0E1}"/>
              </a:ext>
            </a:extLst>
          </p:cNvPr>
          <p:cNvSpPr>
            <a:spLocks xmlns:a="http://schemas.openxmlformats.org/drawingml/2006/main" noGrp="1"/>
          </p:cNvSpPr>
          <p:nvPr/>
        </p:nvSpPr>
        <p:spPr>
          <a:xfrm xmlns:a="http://schemas.openxmlformats.org/drawingml/2006/main">
            <a:off x="723900" y="1695450"/>
            <a:ext cx="4572000" cy="3619500"/>
          </a:xfrm>
          <a:prstGeom xmlns:a="http://schemas.openxmlformats.org/drawingml/2006/main" prst="roundRect">
            <a:avLst>
              <a:gd name="adj" fmla="val 3158"/>
            </a:avLst>
          </a:prstGeom>
          <a:solidFill xmlns:a="http://schemas.openxmlformats.org/drawingml/2006/main">
            <a:srgbClr val="F3F4F6"/>
          </a:solidFill>
          <a:ln xmlns:a="http://schemas.openxmlformats.org/drawingml/2006/main" w="9525">
            <a:solidFill>
              <a:srgbClr val="CBD5E1"/>
            </a:solidFill>
            <a:prstDash val="solid"/>
          </a:ln>
        </p:spPr>
      </p:sp>
      <p:sp>
        <p:nvSpPr>
          <p:cNvPr id="5" name="">
            <a:extLst xmlns:a="http://schemas.openxmlformats.org/drawingml/2006/main">
              <a:ext uri="{FF2B5EF4-FFF2-40B4-BE49-F238E27FC236}">
                <a16:creationId xmlns:a16="http://schemas.microsoft.com/office/drawing/2014/main" id="{A117CE6F-6176-4AD4-84DA-D32F29CCCC79}"/>
              </a:ext>
            </a:extLst>
          </p:cNvPr>
          <p:cNvSpPr>
            <a:spLocks xmlns:a="http://schemas.openxmlformats.org/drawingml/2006/main" noGrp="1"/>
          </p:cNvSpPr>
          <p:nvPr/>
        </p:nvSpPr>
        <p:spPr>
          <a:xfrm xmlns:a="http://schemas.openxmlformats.org/drawingml/2006/main">
            <a:off x="1028700" y="20383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Root folder: phone_store_student_web</a:t>
            </a:r>
          </a:p>
        </p:txBody>
      </p:sp>
      <p:sp>
        <p:nvSpPr>
          <p:cNvPr id="6" name="">
            <a:extLst xmlns:a="http://schemas.openxmlformats.org/drawingml/2006/main">
              <a:ext uri="{FF2B5EF4-FFF2-40B4-BE49-F238E27FC236}">
                <a16:creationId xmlns:a16="http://schemas.microsoft.com/office/drawing/2014/main" id="{DA7CFCDF-9431-4B75-8A7C-912289446C6A}"/>
              </a:ext>
            </a:extLst>
          </p:cNvPr>
          <p:cNvSpPr>
            <a:spLocks xmlns:a="http://schemas.openxmlformats.org/drawingml/2006/main" noGrp="1"/>
          </p:cNvSpPr>
          <p:nvPr/>
        </p:nvSpPr>
        <p:spPr>
          <a:xfrm xmlns:a="http://schemas.openxmlformats.org/drawingml/2006/main">
            <a:off x="1066800" y="2571750"/>
            <a:ext cx="3619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11827"/>
                </a:solidFill>
              </a:defRPr>
            </a:pPr>
            <a:r>
              <a:rPr sz="1575" b="0">
                <a:solidFill>
                  <a:srgbClr val="111827"/>
                </a:solidFill>
              </a:rPr>
              <a:t>├─ index.html</a:t>
            </a:r>
          </a:p>
          <a:p xmlns:a="http://schemas.openxmlformats.org/drawingml/2006/main">
            <a:pPr algn="l">
              <a:defRPr sz="1575" b="0">
                <a:solidFill>
                  <a:srgbClr val="111827"/>
                </a:solidFill>
              </a:defRPr>
            </a:pPr>
            <a:r>
              <a:rPr sz="1575" b="0">
                <a:solidFill>
                  <a:srgbClr val="111827"/>
                </a:solidFill>
              </a:rPr>
              <a:t>├─ product-detail.html</a:t>
            </a:r>
          </a:p>
          <a:p xmlns:a="http://schemas.openxmlformats.org/drawingml/2006/main">
            <a:pPr algn="l">
              <a:defRPr sz="1575" b="0">
                <a:solidFill>
                  <a:srgbClr val="111827"/>
                </a:solidFill>
              </a:defRPr>
            </a:pPr>
            <a:r>
              <a:rPr sz="1575" b="0">
                <a:solidFill>
                  <a:srgbClr val="111827"/>
                </a:solidFill>
              </a:rPr>
              <a:t>├─ cart.html</a:t>
            </a:r>
          </a:p>
          <a:p xmlns:a="http://schemas.openxmlformats.org/drawingml/2006/main">
            <a:pPr algn="l">
              <a:defRPr sz="1575" b="0">
                <a:solidFill>
                  <a:srgbClr val="111827"/>
                </a:solidFill>
              </a:defRPr>
            </a:pPr>
            <a:r>
              <a:rPr sz="1575" b="0">
                <a:solidFill>
                  <a:srgbClr val="111827"/>
                </a:solidFill>
              </a:rPr>
              <a:t>├─ style.css</a:t>
            </a:r>
          </a:p>
          <a:p xmlns:a="http://schemas.openxmlformats.org/drawingml/2006/main">
            <a:pPr algn="l">
              <a:defRPr sz="1575" b="0">
                <a:solidFill>
                  <a:srgbClr val="111827"/>
                </a:solidFill>
              </a:defRPr>
            </a:pPr>
            <a:r>
              <a:rPr sz="1575" b="0">
                <a:solidFill>
                  <a:srgbClr val="111827"/>
                </a:solidFill>
              </a:rPr>
              <a:t>├─ cart.js</a:t>
            </a:r>
          </a:p>
          <a:p xmlns:a="http://schemas.openxmlformats.org/drawingml/2006/main">
            <a:pPr algn="l">
              <a:defRPr sz="1575" b="0">
                <a:solidFill>
                  <a:srgbClr val="111827"/>
                </a:solidFill>
              </a:defRPr>
            </a:pPr>
            <a:r>
              <a:rPr sz="1575" b="0">
                <a:solidFill>
                  <a:srgbClr val="111827"/>
                </a:solidFill>
              </a:rPr>
              <a:t>├─ images/</a:t>
            </a:r>
          </a:p>
          <a:p xmlns:a="http://schemas.openxmlformats.org/drawingml/2006/main">
            <a:pPr algn="l">
              <a:defRPr sz="1575" b="0">
                <a:solidFill>
                  <a:srgbClr val="111827"/>
                </a:solidFill>
              </a:defRPr>
            </a:pPr>
            <a:r>
              <a:rPr sz="1575" b="0">
                <a:solidFill>
                  <a:srgbClr val="111827"/>
                </a:solidFill>
              </a:rPr>
              <a:t>│  ├─ logo-phone.svg</a:t>
            </a:r>
          </a:p>
          <a:p xmlns:a="http://schemas.openxmlformats.org/drawingml/2006/main">
            <a:pPr algn="l">
              <a:defRPr sz="1575" b="0">
                <a:solidFill>
                  <a:srgbClr val="111827"/>
                </a:solidFill>
              </a:defRPr>
            </a:pPr>
            <a:r>
              <a:rPr sz="1575" b="0">
                <a:solidFill>
                  <a:srgbClr val="111827"/>
                </a:solidFill>
              </a:rPr>
              <a:t>│  └─ cropped/*.png</a:t>
            </a:r>
          </a:p>
          <a:p xmlns:a="http://schemas.openxmlformats.org/drawingml/2006/main">
            <a:pPr algn="l">
              <a:defRPr sz="1575" b="0">
                <a:solidFill>
                  <a:srgbClr val="111827"/>
                </a:solidFill>
              </a:defRPr>
            </a:pPr>
            <a:r>
              <a:rPr sz="1575" b="0">
                <a:solidFill>
                  <a:srgbClr val="111827"/>
                </a:solidFill>
              </a:rPr>
              <a:t>└─ Mau_Baocao_DA_TKWeb.docx</a:t>
            </a:r>
          </a:p>
        </p:txBody>
      </p:sp>
      <p:sp>
        <p:nvSpPr>
          <p:cNvPr id="7" name="">
            <a:extLst xmlns:a="http://schemas.openxmlformats.org/drawingml/2006/main">
              <a:ext uri="{FF2B5EF4-FFF2-40B4-BE49-F238E27FC236}">
                <a16:creationId xmlns:a16="http://schemas.microsoft.com/office/drawing/2014/main" id="{A2131030-AC6C-4C39-AF17-563E2CFC81AE}"/>
              </a:ext>
            </a:extLst>
          </p:cNvPr>
          <p:cNvSpPr>
            <a:spLocks xmlns:a="http://schemas.openxmlformats.org/drawingml/2006/main" noGrp="1"/>
          </p:cNvSpPr>
          <p:nvPr/>
        </p:nvSpPr>
        <p:spPr>
          <a:xfrm xmlns:a="http://schemas.openxmlformats.org/drawingml/2006/main">
            <a:off x="6096000" y="1905000"/>
            <a:ext cx="4762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0">
                <a:solidFill>
                  <a:srgbClr val="111827"/>
                </a:solidFill>
              </a:defRPr>
            </a:pPr>
            <a:r>
              <a:rPr sz="1950" b="0">
                <a:solidFill>
                  <a:srgbClr val="111827"/>
                </a:solidFill>
              </a:rPr>
              <a:t>Cách chia này giúp tách nội dung, giao diện, xử lý giỏ hàng và tài nguyên ảnh. Khi trình bày, nhóm có thể giải thích từng file theo đúng vai trò.</a:t>
            </a:r>
          </a:p>
        </p:txBody>
      </p:sp>
      <p:sp>
        <p:nvSpPr>
          <p:cNvPr id="8" name="">
            <a:extLst xmlns:a="http://schemas.openxmlformats.org/drawingml/2006/main">
              <a:ext uri="{FF2B5EF4-FFF2-40B4-BE49-F238E27FC236}">
                <a16:creationId xmlns:a16="http://schemas.microsoft.com/office/drawing/2014/main" id="{0952C813-915D-4F77-A738-A5CB17F3A1C8}"/>
              </a:ext>
            </a:extLst>
          </p:cNvPr>
          <p:cNvSpPr>
            <a:spLocks xmlns:a="http://schemas.openxmlformats.org/drawingml/2006/main" noGrp="1"/>
          </p:cNvSpPr>
          <p:nvPr/>
        </p:nvSpPr>
        <p:spPr>
          <a:xfrm xmlns:a="http://schemas.openxmlformats.org/drawingml/2006/main">
            <a:off x="6191250" y="3714750"/>
            <a:ext cx="4476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111827"/>
                </a:solidFill>
              </a:defRPr>
            </a:pPr>
            <a:r>
              <a:rPr sz="1650" b="0">
                <a:solidFill>
                  <a:srgbClr val="111827"/>
                </a:solidFill>
              </a:rPr>
              <a:t>• HTML tạo cấu trúc trang</a:t>
            </a:r>
          </a:p>
          <a:p xmlns:a="http://schemas.openxmlformats.org/drawingml/2006/main">
            <a:pPr algn="l">
              <a:defRPr sz="1650" b="0">
                <a:solidFill>
                  <a:srgbClr val="111827"/>
                </a:solidFill>
              </a:defRPr>
            </a:pPr>
            <a:r>
              <a:rPr sz="1650" b="0">
                <a:solidFill>
                  <a:srgbClr val="111827"/>
                </a:solidFill>
              </a:rPr>
              <a:t>• CSS định dạng bố cục và màu sắc</a:t>
            </a:r>
          </a:p>
          <a:p xmlns:a="http://schemas.openxmlformats.org/drawingml/2006/main">
            <a:pPr algn="l">
              <a:defRPr sz="1650" b="0">
                <a:solidFill>
                  <a:srgbClr val="111827"/>
                </a:solidFill>
              </a:defRPr>
            </a:pPr>
            <a:r>
              <a:rPr sz="1650" b="0">
                <a:solidFill>
                  <a:srgbClr val="111827"/>
                </a:solidFill>
              </a:rPr>
              <a:t>• JavaScript xử lý dữ liệu giỏ hàng</a:t>
            </a:r>
          </a:p>
          <a:p xmlns:a="http://schemas.openxmlformats.org/drawingml/2006/main">
            <a:pPr algn="l">
              <a:defRPr sz="1650" b="0">
                <a:solidFill>
                  <a:srgbClr val="111827"/>
                </a:solidFill>
              </a:defRPr>
            </a:pPr>
            <a:r>
              <a:rPr sz="1650" b="0">
                <a:solidFill>
                  <a:srgbClr val="111827"/>
                </a:solidFill>
              </a:rPr>
              <a:t>• images chứa logo và ảnh sản phẩm</a:t>
            </a:r>
          </a:p>
        </p:txBody>
      </p:sp>
      <p:sp>
        <p:nvSpPr>
          <p:cNvPr id="9" name="">
            <a:extLst xmlns:a="http://schemas.openxmlformats.org/drawingml/2006/main">
              <a:ext uri="{FF2B5EF4-FFF2-40B4-BE49-F238E27FC236}">
                <a16:creationId xmlns:a16="http://schemas.microsoft.com/office/drawing/2014/main" id="{F2824B8A-D134-4EF1-898D-49AD713A7774}"/>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04</a:t>
            </a:r>
          </a:p>
        </p:txBody>
      </p:sp>
    </p:spTree>
    <p:extLst>
      <p:ext uri="{BB962C8B-B14F-4D97-AF65-F5344CB8AC3E}">
        <p14:creationId xmlns:p14="http://schemas.microsoft.com/office/powerpoint/2010/main" val="11087283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4060E56-72E0-47C1-8F26-C4AB11B338A7}"/>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8A9FBD0A-74F8-4A0D-BE86-32007B5C8462}"/>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Site map thể hiện đường đi chính của người dùng</a:t>
            </a:r>
          </a:p>
        </p:txBody>
      </p:sp>
      <p:sp>
        <p:nvSpPr>
          <p:cNvPr id="3" name="">
            <a:extLst xmlns:a="http://schemas.openxmlformats.org/drawingml/2006/main">
              <a:ext uri="{FF2B5EF4-FFF2-40B4-BE49-F238E27FC236}">
                <a16:creationId xmlns:a16="http://schemas.microsoft.com/office/drawing/2014/main" id="{DEB3A00D-BE54-4A93-8D48-DDB24CF3B207}"/>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0B6B365C-1A8B-4623-B12C-345719AFC05F}"/>
              </a:ext>
            </a:extLst>
          </p:cNvPr>
          <p:cNvSpPr>
            <a:spLocks xmlns:a="http://schemas.openxmlformats.org/drawingml/2006/main" noGrp="1"/>
          </p:cNvSpPr>
          <p:nvPr/>
        </p:nvSpPr>
        <p:spPr>
          <a:xfrm xmlns:a="http://schemas.openxmlformats.org/drawingml/2006/main">
            <a:off x="4762500" y="1676400"/>
            <a:ext cx="2000250" cy="742950"/>
          </a:xfrm>
          <a:prstGeom xmlns:a="http://schemas.openxmlformats.org/drawingml/2006/main" prst="roundRect">
            <a:avLst>
              <a:gd name="adj" fmla="val 15385"/>
            </a:avLst>
          </a:prstGeom>
          <a:solidFill xmlns:a="http://schemas.openxmlformats.org/drawingml/2006/main">
            <a:srgbClr val="DBEAFE"/>
          </a:solidFill>
          <a:ln xmlns:a="http://schemas.openxmlformats.org/drawingml/2006/main" w="9525">
            <a:solidFill>
              <a:srgbClr val="CBD5E1"/>
            </a:solidFill>
            <a:prstDash val="solid"/>
          </a:ln>
        </p:spPr>
      </p:sp>
      <p:sp>
        <p:nvSpPr>
          <p:cNvPr id="5" name="">
            <a:extLst xmlns:a="http://schemas.openxmlformats.org/drawingml/2006/main">
              <a:ext uri="{FF2B5EF4-FFF2-40B4-BE49-F238E27FC236}">
                <a16:creationId xmlns:a16="http://schemas.microsoft.com/office/drawing/2014/main" id="{FC37ED94-99C2-4918-9937-FF5F7EA223FB}"/>
              </a:ext>
            </a:extLst>
          </p:cNvPr>
          <p:cNvSpPr>
            <a:spLocks xmlns:a="http://schemas.openxmlformats.org/drawingml/2006/main" noGrp="1"/>
          </p:cNvSpPr>
          <p:nvPr/>
        </p:nvSpPr>
        <p:spPr>
          <a:xfrm xmlns:a="http://schemas.openxmlformats.org/drawingml/2006/main">
            <a:off x="4876800" y="182880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Trang chủ</a:t>
            </a:r>
          </a:p>
          <a:p xmlns:a="http://schemas.openxmlformats.org/drawingml/2006/main">
            <a:pPr algn="ctr">
              <a:defRPr sz="1425" b="1">
                <a:solidFill>
                  <a:srgbClr val="111827"/>
                </a:solidFill>
              </a:defRPr>
            </a:pPr>
            <a:r>
              <a:rPr sz="1425" b="1">
                <a:solidFill>
                  <a:srgbClr val="111827"/>
                </a:solidFill>
              </a:rPr>
              <a:t>index.html</a:t>
            </a:r>
          </a:p>
        </p:txBody>
      </p:sp>
      <p:sp>
        <p:nvSpPr>
          <p:cNvPr id="6" name="">
            <a:extLst xmlns:a="http://schemas.openxmlformats.org/drawingml/2006/main">
              <a:ext uri="{FF2B5EF4-FFF2-40B4-BE49-F238E27FC236}">
                <a16:creationId xmlns:a16="http://schemas.microsoft.com/office/drawing/2014/main" id="{1E182D0F-29BB-4887-8948-315C1D4AC036}"/>
              </a:ext>
            </a:extLst>
          </p:cNvPr>
          <p:cNvSpPr>
            <a:spLocks xmlns:a="http://schemas.openxmlformats.org/drawingml/2006/main" noGrp="1"/>
          </p:cNvSpPr>
          <p:nvPr/>
        </p:nvSpPr>
        <p:spPr>
          <a:xfrm xmlns:a="http://schemas.openxmlformats.org/drawingml/2006/main">
            <a:off x="1524000" y="3200400"/>
            <a:ext cx="2000250" cy="742950"/>
          </a:xfrm>
          <a:prstGeom xmlns:a="http://schemas.openxmlformats.org/drawingml/2006/main" prst="roundRect">
            <a:avLst>
              <a:gd name="adj" fmla="val 15385"/>
            </a:avLst>
          </a:prstGeom>
          <a:solidFill xmlns:a="http://schemas.openxmlformats.org/drawingml/2006/main">
            <a:srgbClr val="F3F4F6"/>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A5DF1BA4-C867-4939-9B9A-286CCADD1CF2}"/>
              </a:ext>
            </a:extLst>
          </p:cNvPr>
          <p:cNvSpPr>
            <a:spLocks xmlns:a="http://schemas.openxmlformats.org/drawingml/2006/main" noGrp="1"/>
          </p:cNvSpPr>
          <p:nvPr/>
        </p:nvSpPr>
        <p:spPr>
          <a:xfrm xmlns:a="http://schemas.openxmlformats.org/drawingml/2006/main">
            <a:off x="1638300" y="335280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Điện thoại</a:t>
            </a:r>
          </a:p>
          <a:p xmlns:a="http://schemas.openxmlformats.org/drawingml/2006/main">
            <a:pPr algn="ctr">
              <a:defRPr sz="1425" b="1">
                <a:solidFill>
                  <a:srgbClr val="111827"/>
                </a:solidFill>
              </a:defRPr>
            </a:pPr>
            <a:r>
              <a:rPr sz="1425" b="1">
                <a:solidFill>
                  <a:srgbClr val="111827"/>
                </a:solidFill>
              </a:rPr>
              <a:t>#phones</a:t>
            </a:r>
          </a:p>
        </p:txBody>
      </p:sp>
      <p:sp>
        <p:nvSpPr>
          <p:cNvPr id="8" name="">
            <a:extLst xmlns:a="http://schemas.openxmlformats.org/drawingml/2006/main">
              <a:ext uri="{FF2B5EF4-FFF2-40B4-BE49-F238E27FC236}">
                <a16:creationId xmlns:a16="http://schemas.microsoft.com/office/drawing/2014/main" id="{68B679E7-3878-442E-97B7-971DE70B4CA1}"/>
              </a:ext>
            </a:extLst>
          </p:cNvPr>
          <p:cNvSpPr>
            <a:spLocks xmlns:a="http://schemas.openxmlformats.org/drawingml/2006/main" noGrp="1"/>
          </p:cNvSpPr>
          <p:nvPr/>
        </p:nvSpPr>
        <p:spPr>
          <a:xfrm xmlns:a="http://schemas.openxmlformats.org/drawingml/2006/main">
            <a:off x="4000500" y="3200400"/>
            <a:ext cx="2000250" cy="742950"/>
          </a:xfrm>
          <a:prstGeom xmlns:a="http://schemas.openxmlformats.org/drawingml/2006/main" prst="roundRect">
            <a:avLst>
              <a:gd name="adj" fmla="val 15385"/>
            </a:avLst>
          </a:prstGeom>
          <a:solidFill xmlns:a="http://schemas.openxmlformats.org/drawingml/2006/main">
            <a:srgbClr val="F3F4F6"/>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E9AB8B77-11E5-404B-987A-10039CAF8068}"/>
              </a:ext>
            </a:extLst>
          </p:cNvPr>
          <p:cNvSpPr>
            <a:spLocks xmlns:a="http://schemas.openxmlformats.org/drawingml/2006/main" noGrp="1"/>
          </p:cNvSpPr>
          <p:nvPr/>
        </p:nvSpPr>
        <p:spPr>
          <a:xfrm xmlns:a="http://schemas.openxmlformats.org/drawingml/2006/main">
            <a:off x="4114800" y="335280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Đồng hồ</a:t>
            </a:r>
          </a:p>
          <a:p xmlns:a="http://schemas.openxmlformats.org/drawingml/2006/main">
            <a:pPr algn="ctr">
              <a:defRPr sz="1425" b="1">
                <a:solidFill>
                  <a:srgbClr val="111827"/>
                </a:solidFill>
              </a:defRPr>
            </a:pPr>
            <a:r>
              <a:rPr sz="1425" b="1">
                <a:solidFill>
                  <a:srgbClr val="111827"/>
                </a:solidFill>
              </a:rPr>
              <a:t>#watches</a:t>
            </a:r>
          </a:p>
        </p:txBody>
      </p:sp>
      <p:sp>
        <p:nvSpPr>
          <p:cNvPr id="10" name="">
            <a:extLst xmlns:a="http://schemas.openxmlformats.org/drawingml/2006/main">
              <a:ext uri="{FF2B5EF4-FFF2-40B4-BE49-F238E27FC236}">
                <a16:creationId xmlns:a16="http://schemas.microsoft.com/office/drawing/2014/main" id="{B7CC6196-56D6-48B8-905D-633A80398BFB}"/>
              </a:ext>
            </a:extLst>
          </p:cNvPr>
          <p:cNvSpPr>
            <a:spLocks xmlns:a="http://schemas.openxmlformats.org/drawingml/2006/main" noGrp="1"/>
          </p:cNvSpPr>
          <p:nvPr/>
        </p:nvSpPr>
        <p:spPr>
          <a:xfrm xmlns:a="http://schemas.openxmlformats.org/drawingml/2006/main">
            <a:off x="6477000" y="3200400"/>
            <a:ext cx="2000250" cy="742950"/>
          </a:xfrm>
          <a:prstGeom xmlns:a="http://schemas.openxmlformats.org/drawingml/2006/main" prst="roundRect">
            <a:avLst>
              <a:gd name="adj" fmla="val 15385"/>
            </a:avLst>
          </a:prstGeom>
          <a:solidFill xmlns:a="http://schemas.openxmlformats.org/drawingml/2006/main">
            <a:srgbClr val="F3F4F6"/>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1F353F07-94ED-4DE4-9799-0DC64032F252}"/>
              </a:ext>
            </a:extLst>
          </p:cNvPr>
          <p:cNvSpPr>
            <a:spLocks xmlns:a="http://schemas.openxmlformats.org/drawingml/2006/main" noGrp="1"/>
          </p:cNvSpPr>
          <p:nvPr/>
        </p:nvSpPr>
        <p:spPr>
          <a:xfrm xmlns:a="http://schemas.openxmlformats.org/drawingml/2006/main">
            <a:off x="6591300" y="335280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Liên hệ</a:t>
            </a:r>
          </a:p>
          <a:p xmlns:a="http://schemas.openxmlformats.org/drawingml/2006/main">
            <a:pPr algn="ctr">
              <a:defRPr sz="1425" b="1">
                <a:solidFill>
                  <a:srgbClr val="111827"/>
                </a:solidFill>
              </a:defRPr>
            </a:pPr>
            <a:r>
              <a:rPr sz="1425" b="1">
                <a:solidFill>
                  <a:srgbClr val="111827"/>
                </a:solidFill>
              </a:rPr>
              <a:t>#contact</a:t>
            </a:r>
          </a:p>
        </p:txBody>
      </p:sp>
      <p:sp>
        <p:nvSpPr>
          <p:cNvPr id="12" name="">
            <a:extLst xmlns:a="http://schemas.openxmlformats.org/drawingml/2006/main">
              <a:ext uri="{FF2B5EF4-FFF2-40B4-BE49-F238E27FC236}">
                <a16:creationId xmlns:a16="http://schemas.microsoft.com/office/drawing/2014/main" id="{E9818E75-8F6D-4456-A6C7-8BE875DA1B5C}"/>
              </a:ext>
            </a:extLst>
          </p:cNvPr>
          <p:cNvSpPr>
            <a:spLocks xmlns:a="http://schemas.openxmlformats.org/drawingml/2006/main" noGrp="1"/>
          </p:cNvSpPr>
          <p:nvPr/>
        </p:nvSpPr>
        <p:spPr>
          <a:xfrm xmlns:a="http://schemas.openxmlformats.org/drawingml/2006/main">
            <a:off x="8953500" y="3200400"/>
            <a:ext cx="2000250" cy="742950"/>
          </a:xfrm>
          <a:prstGeom xmlns:a="http://schemas.openxmlformats.org/drawingml/2006/main" prst="roundRect">
            <a:avLst>
              <a:gd name="adj" fmla="val 15385"/>
            </a:avLst>
          </a:prstGeom>
          <a:solidFill xmlns:a="http://schemas.openxmlformats.org/drawingml/2006/main">
            <a:srgbClr val="F3F4F6"/>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996A824B-3CB0-4DF1-9823-7D5B387CFF7B}"/>
              </a:ext>
            </a:extLst>
          </p:cNvPr>
          <p:cNvSpPr>
            <a:spLocks xmlns:a="http://schemas.openxmlformats.org/drawingml/2006/main" noGrp="1"/>
          </p:cNvSpPr>
          <p:nvPr/>
        </p:nvSpPr>
        <p:spPr>
          <a:xfrm xmlns:a="http://schemas.openxmlformats.org/drawingml/2006/main">
            <a:off x="9067800" y="335280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Chi tiết sản phẩm</a:t>
            </a:r>
          </a:p>
          <a:p xmlns:a="http://schemas.openxmlformats.org/drawingml/2006/main">
            <a:pPr algn="ctr">
              <a:defRPr sz="1425" b="1">
                <a:solidFill>
                  <a:srgbClr val="111827"/>
                </a:solidFill>
              </a:defRPr>
            </a:pPr>
            <a:r>
              <a:rPr sz="1425" b="1">
                <a:solidFill>
                  <a:srgbClr val="111827"/>
                </a:solidFill>
              </a:rPr>
              <a:t>product-detail.html?id=...</a:t>
            </a:r>
          </a:p>
        </p:txBody>
      </p:sp>
      <p:sp>
        <p:nvSpPr>
          <p:cNvPr id="14" name="">
            <a:extLst xmlns:a="http://schemas.openxmlformats.org/drawingml/2006/main">
              <a:ext uri="{FF2B5EF4-FFF2-40B4-BE49-F238E27FC236}">
                <a16:creationId xmlns:a16="http://schemas.microsoft.com/office/drawing/2014/main" id="{AF9F9A65-0C59-4D37-9382-C5EF815F09D4}"/>
              </a:ext>
            </a:extLst>
          </p:cNvPr>
          <p:cNvSpPr>
            <a:spLocks xmlns:a="http://schemas.openxmlformats.org/drawingml/2006/main" noGrp="1"/>
          </p:cNvSpPr>
          <p:nvPr/>
        </p:nvSpPr>
        <p:spPr>
          <a:xfrm xmlns:a="http://schemas.openxmlformats.org/drawingml/2006/main">
            <a:off x="8953500" y="4972050"/>
            <a:ext cx="2000250" cy="742950"/>
          </a:xfrm>
          <a:prstGeom xmlns:a="http://schemas.openxmlformats.org/drawingml/2006/main" prst="roundRect">
            <a:avLst>
              <a:gd name="adj" fmla="val 15385"/>
            </a:avLst>
          </a:prstGeom>
          <a:solidFill xmlns:a="http://schemas.openxmlformats.org/drawingml/2006/main">
            <a:srgbClr val="DCFCE7"/>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437E2D18-11A5-4E3F-8BB9-7117179CE42E}"/>
              </a:ext>
            </a:extLst>
          </p:cNvPr>
          <p:cNvSpPr>
            <a:spLocks xmlns:a="http://schemas.openxmlformats.org/drawingml/2006/main" noGrp="1"/>
          </p:cNvSpPr>
          <p:nvPr/>
        </p:nvSpPr>
        <p:spPr>
          <a:xfrm xmlns:a="http://schemas.openxmlformats.org/drawingml/2006/main">
            <a:off x="9067800" y="5124450"/>
            <a:ext cx="1771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11827"/>
                </a:solidFill>
              </a:defRPr>
            </a:pPr>
            <a:r>
              <a:rPr sz="1425" b="1">
                <a:solidFill>
                  <a:srgbClr val="111827"/>
                </a:solidFill>
              </a:rPr>
              <a:t>Giỏ hàng</a:t>
            </a:r>
          </a:p>
          <a:p xmlns:a="http://schemas.openxmlformats.org/drawingml/2006/main">
            <a:pPr algn="ctr">
              <a:defRPr sz="1425" b="1">
                <a:solidFill>
                  <a:srgbClr val="111827"/>
                </a:solidFill>
              </a:defRPr>
            </a:pPr>
            <a:r>
              <a:rPr sz="1425" b="1">
                <a:solidFill>
                  <a:srgbClr val="111827"/>
                </a:solidFill>
              </a:rPr>
              <a:t>cart.html</a:t>
            </a:r>
          </a:p>
        </p:txBody>
      </p:sp>
      <p:sp>
        <p:nvSpPr>
          <p:cNvPr id="16" name="">
            <a:extLst xmlns:a="http://schemas.openxmlformats.org/drawingml/2006/main">
              <a:ext uri="{FF2B5EF4-FFF2-40B4-BE49-F238E27FC236}">
                <a16:creationId xmlns:a16="http://schemas.microsoft.com/office/drawing/2014/main" id="{3E8E77B1-355B-47AB-8E75-20F1EE03C10B}"/>
              </a:ext>
            </a:extLst>
          </p:cNvPr>
          <p:cNvSpPr>
            <a:spLocks xmlns:a="http://schemas.openxmlformats.org/drawingml/2006/main" noGrp="1"/>
          </p:cNvSpPr>
          <p:nvPr/>
        </p:nvSpPr>
        <p:spPr>
          <a:xfrm xmlns:a="http://schemas.openxmlformats.org/drawingml/2006/main">
            <a:off x="3600450" y="3352800"/>
            <a:ext cx="342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4B5563"/>
                </a:solidFill>
              </a:defRPr>
            </a:pPr>
            <a:r>
              <a:rPr sz="2550" b="1">
                <a:solidFill>
                  <a:srgbClr val="4B5563"/>
                </a:solidFill>
              </a:rPr>
              <a:t>→</a:t>
            </a:r>
          </a:p>
        </p:txBody>
      </p:sp>
      <p:sp>
        <p:nvSpPr>
          <p:cNvPr id="17" name="">
            <a:extLst xmlns:a="http://schemas.openxmlformats.org/drawingml/2006/main">
              <a:ext uri="{FF2B5EF4-FFF2-40B4-BE49-F238E27FC236}">
                <a16:creationId xmlns:a16="http://schemas.microsoft.com/office/drawing/2014/main" id="{22CEB33A-6F8C-4A8F-B296-7769ADFE2F2C}"/>
              </a:ext>
            </a:extLst>
          </p:cNvPr>
          <p:cNvSpPr>
            <a:spLocks xmlns:a="http://schemas.openxmlformats.org/drawingml/2006/main" noGrp="1"/>
          </p:cNvSpPr>
          <p:nvPr/>
        </p:nvSpPr>
        <p:spPr>
          <a:xfrm xmlns:a="http://schemas.openxmlformats.org/drawingml/2006/main">
            <a:off x="6076950" y="3352800"/>
            <a:ext cx="342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4B5563"/>
                </a:solidFill>
              </a:defRPr>
            </a:pPr>
            <a:r>
              <a:rPr sz="2550" b="1">
                <a:solidFill>
                  <a:srgbClr val="4B5563"/>
                </a:solidFill>
              </a:rPr>
              <a:t>→</a:t>
            </a:r>
          </a:p>
        </p:txBody>
      </p:sp>
      <p:sp>
        <p:nvSpPr>
          <p:cNvPr id="18" name="">
            <a:extLst xmlns:a="http://schemas.openxmlformats.org/drawingml/2006/main">
              <a:ext uri="{FF2B5EF4-FFF2-40B4-BE49-F238E27FC236}">
                <a16:creationId xmlns:a16="http://schemas.microsoft.com/office/drawing/2014/main" id="{FEBF2A9F-89DE-4301-9207-4EC3E621B5FC}"/>
              </a:ext>
            </a:extLst>
          </p:cNvPr>
          <p:cNvSpPr>
            <a:spLocks xmlns:a="http://schemas.openxmlformats.org/drawingml/2006/main" noGrp="1"/>
          </p:cNvSpPr>
          <p:nvPr/>
        </p:nvSpPr>
        <p:spPr>
          <a:xfrm xmlns:a="http://schemas.openxmlformats.org/drawingml/2006/main">
            <a:off x="8553450" y="3352800"/>
            <a:ext cx="342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4B5563"/>
                </a:solidFill>
              </a:defRPr>
            </a:pPr>
            <a:r>
              <a:rPr sz="2550" b="1">
                <a:solidFill>
                  <a:srgbClr val="4B5563"/>
                </a:solidFill>
              </a:rPr>
              <a:t>→</a:t>
            </a:r>
          </a:p>
        </p:txBody>
      </p:sp>
      <p:sp>
        <p:nvSpPr>
          <p:cNvPr id="19" name="">
            <a:extLst xmlns:a="http://schemas.openxmlformats.org/drawingml/2006/main">
              <a:ext uri="{FF2B5EF4-FFF2-40B4-BE49-F238E27FC236}">
                <a16:creationId xmlns:a16="http://schemas.microsoft.com/office/drawing/2014/main" id="{6CE56E7D-B50B-4506-A9C7-0282BE188902}"/>
              </a:ext>
            </a:extLst>
          </p:cNvPr>
          <p:cNvSpPr>
            <a:spLocks xmlns:a="http://schemas.openxmlformats.org/drawingml/2006/main" noGrp="1"/>
          </p:cNvSpPr>
          <p:nvPr/>
        </p:nvSpPr>
        <p:spPr>
          <a:xfrm xmlns:a="http://schemas.openxmlformats.org/drawingml/2006/main">
            <a:off x="9772650" y="4076700"/>
            <a:ext cx="361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850" b="1">
                <a:solidFill>
                  <a:srgbClr val="4B5563"/>
                </a:solidFill>
              </a:defRPr>
            </a:pPr>
            <a:r>
              <a:rPr sz="2850" b="1">
                <a:solidFill>
                  <a:srgbClr val="4B5563"/>
                </a:solidFill>
              </a:rPr>
              <a:t>↓</a:t>
            </a:r>
          </a:p>
        </p:txBody>
      </p:sp>
      <p:sp>
        <p:nvSpPr>
          <p:cNvPr id="20" name="">
            <a:extLst xmlns:a="http://schemas.openxmlformats.org/drawingml/2006/main">
              <a:ext uri="{FF2B5EF4-FFF2-40B4-BE49-F238E27FC236}">
                <a16:creationId xmlns:a16="http://schemas.microsoft.com/office/drawing/2014/main" id="{09615BE2-02ED-4A94-ABCC-2630346990AB}"/>
              </a:ext>
            </a:extLst>
          </p:cNvPr>
          <p:cNvSpPr>
            <a:spLocks xmlns:a="http://schemas.openxmlformats.org/drawingml/2006/main" noGrp="1"/>
          </p:cNvSpPr>
          <p:nvPr/>
        </p:nvSpPr>
        <p:spPr>
          <a:xfrm xmlns:a="http://schemas.openxmlformats.org/drawingml/2006/main">
            <a:off x="1676400" y="52768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2563EB"/>
                </a:solidFill>
              </a:defRPr>
            </a:pPr>
            <a:r>
              <a:rPr sz="1725" b="1">
                <a:solidFill>
                  <a:srgbClr val="2563EB"/>
                </a:solidFill>
              </a:rPr>
              <a:t>Từ thẻ sản phẩm, người dùng có thể xem chi tiết hoặc thêm vào giỏ hàng.</a:t>
            </a:r>
          </a:p>
        </p:txBody>
      </p:sp>
      <p:sp>
        <p:nvSpPr>
          <p:cNvPr id="21" name="">
            <a:extLst xmlns:a="http://schemas.openxmlformats.org/drawingml/2006/main">
              <a:ext uri="{FF2B5EF4-FFF2-40B4-BE49-F238E27FC236}">
                <a16:creationId xmlns:a16="http://schemas.microsoft.com/office/drawing/2014/main" id="{35C9C171-BA94-4F66-896E-8C7350A31129}"/>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05</a:t>
            </a:r>
          </a:p>
        </p:txBody>
      </p:sp>
    </p:spTree>
    <p:extLst>
      <p:ext uri="{BB962C8B-B14F-4D97-AF65-F5344CB8AC3E}">
        <p14:creationId xmlns:p14="http://schemas.microsoft.com/office/powerpoint/2010/main" val="54558309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8A8AA0C-2B23-4E0E-A7FC-9DB08B4C21DD}"/>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6341CB55-360D-4CBF-8384-0F4489DD33A6}"/>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Layout thô trước khi dựng giao diện</a:t>
            </a:r>
          </a:p>
        </p:txBody>
      </p:sp>
      <p:sp>
        <p:nvSpPr>
          <p:cNvPr id="3" name="">
            <a:extLst xmlns:a="http://schemas.openxmlformats.org/drawingml/2006/main">
              <a:ext uri="{FF2B5EF4-FFF2-40B4-BE49-F238E27FC236}">
                <a16:creationId xmlns:a16="http://schemas.microsoft.com/office/drawing/2014/main" id="{D274E9CB-6B44-4433-9271-5F094593EBE8}"/>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5C08C90F-C368-44C5-8E04-03434761B673}"/>
              </a:ext>
            </a:extLst>
          </p:cNvPr>
          <p:cNvSpPr>
            <a:spLocks xmlns:a="http://schemas.openxmlformats.org/drawingml/2006/main" noGrp="1"/>
          </p:cNvSpPr>
          <p:nvPr/>
        </p:nvSpPr>
        <p:spPr>
          <a:xfrm xmlns:a="http://schemas.openxmlformats.org/drawingml/2006/main">
            <a:off x="666750" y="17335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1827"/>
                </a:solidFill>
              </a:defRPr>
            </a:pPr>
            <a:r>
              <a:rPr sz="1350" b="1">
                <a:solidFill>
                  <a:srgbClr val="111827"/>
                </a:solidFill>
              </a:rPr>
              <a:t>Trang chủ</a:t>
            </a:r>
          </a:p>
        </p:txBody>
      </p:sp>
      <p:sp>
        <p:nvSpPr>
          <p:cNvPr id="5" name="">
            <a:extLst xmlns:a="http://schemas.openxmlformats.org/drawingml/2006/main">
              <a:ext uri="{FF2B5EF4-FFF2-40B4-BE49-F238E27FC236}">
                <a16:creationId xmlns:a16="http://schemas.microsoft.com/office/drawing/2014/main" id="{A791E2D7-74C8-456A-A11A-C767BD9E0EE5}"/>
              </a:ext>
            </a:extLst>
          </p:cNvPr>
          <p:cNvSpPr>
            <a:spLocks xmlns:a="http://schemas.openxmlformats.org/drawingml/2006/main" noGrp="1"/>
          </p:cNvSpPr>
          <p:nvPr/>
        </p:nvSpPr>
        <p:spPr>
          <a:xfrm xmlns:a="http://schemas.openxmlformats.org/drawingml/2006/main">
            <a:off x="666750" y="2133600"/>
            <a:ext cx="2381250" cy="2857500"/>
          </a:xfrm>
          <a:prstGeom xmlns:a="http://schemas.openxmlformats.org/drawingml/2006/main" prst="roundRect">
            <a:avLst>
              <a:gd name="adj" fmla="val 2400"/>
            </a:avLst>
          </a:prstGeom>
          <a:solidFill xmlns:a="http://schemas.openxmlformats.org/drawingml/2006/main">
            <a:srgbClr val="FFFFFF"/>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B3C4C557-1D4C-44BF-92A0-C230CFF36394}"/>
              </a:ext>
            </a:extLst>
          </p:cNvPr>
          <p:cNvSpPr>
            <a:spLocks xmlns:a="http://schemas.openxmlformats.org/drawingml/2006/main" noGrp="1"/>
          </p:cNvSpPr>
          <p:nvPr/>
        </p:nvSpPr>
        <p:spPr>
          <a:xfrm xmlns:a="http://schemas.openxmlformats.org/drawingml/2006/main">
            <a:off x="809625" y="2305050"/>
            <a:ext cx="2095500" cy="285750"/>
          </a:xfrm>
          <a:prstGeom xmlns:a="http://schemas.openxmlformats.org/drawingml/2006/main" prst="roundRect">
            <a:avLst>
              <a:gd name="adj" fmla="val 6667"/>
            </a:avLst>
          </a:prstGeom>
          <a:solidFill xmlns:a="http://schemas.openxmlformats.org/drawingml/2006/main">
            <a:srgbClr val="DBEAFE"/>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3A9743EA-1F75-40EB-845B-D5A0DEB7D2AF}"/>
              </a:ext>
            </a:extLst>
          </p:cNvPr>
          <p:cNvSpPr>
            <a:spLocks xmlns:a="http://schemas.openxmlformats.org/drawingml/2006/main" noGrp="1"/>
          </p:cNvSpPr>
          <p:nvPr/>
        </p:nvSpPr>
        <p:spPr>
          <a:xfrm xmlns:a="http://schemas.openxmlformats.org/drawingml/2006/main">
            <a:off x="809625" y="2762250"/>
            <a:ext cx="1000125" cy="628650"/>
          </a:xfrm>
          <a:prstGeom xmlns:a="http://schemas.openxmlformats.org/drawingml/2006/main" prst="roundRect">
            <a:avLst>
              <a:gd name="adj" fmla="val 3030"/>
            </a:avLst>
          </a:prstGeom>
          <a:solidFill xmlns:a="http://schemas.openxmlformats.org/drawingml/2006/main">
            <a:srgbClr val="F3F4F6"/>
          </a:solidFill>
          <a:ln xmlns:a="http://schemas.openxmlformats.org/drawingml/2006/main" w="9525">
            <a:solidFill>
              <a:srgbClr val="CBD5E1"/>
            </a:solidFill>
            <a:prstDash val="solid"/>
          </a:ln>
        </p:spPr>
      </p:sp>
      <p:sp>
        <p:nvSpPr>
          <p:cNvPr id="8" name="">
            <a:extLst xmlns:a="http://schemas.openxmlformats.org/drawingml/2006/main">
              <a:ext uri="{FF2B5EF4-FFF2-40B4-BE49-F238E27FC236}">
                <a16:creationId xmlns:a16="http://schemas.microsoft.com/office/drawing/2014/main" id="{D4657F38-6929-44E3-8069-FEC50084E2EA}"/>
              </a:ext>
            </a:extLst>
          </p:cNvPr>
          <p:cNvSpPr>
            <a:spLocks xmlns:a="http://schemas.openxmlformats.org/drawingml/2006/main" noGrp="1"/>
          </p:cNvSpPr>
          <p:nvPr/>
        </p:nvSpPr>
        <p:spPr>
          <a:xfrm xmlns:a="http://schemas.openxmlformats.org/drawingml/2006/main">
            <a:off x="1952625" y="2762250"/>
            <a:ext cx="952500" cy="628650"/>
          </a:xfrm>
          <a:prstGeom xmlns:a="http://schemas.openxmlformats.org/drawingml/2006/main" prst="roundRect">
            <a:avLst>
              <a:gd name="adj" fmla="val 3030"/>
            </a:avLst>
          </a:prstGeom>
          <a:solidFill xmlns:a="http://schemas.openxmlformats.org/drawingml/2006/main">
            <a:srgbClr val="F3F4F6"/>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7E3F40CD-9549-40B5-8ECE-9DD46F481A7A}"/>
              </a:ext>
            </a:extLst>
          </p:cNvPr>
          <p:cNvSpPr>
            <a:spLocks xmlns:a="http://schemas.openxmlformats.org/drawingml/2006/main" noGrp="1"/>
          </p:cNvSpPr>
          <p:nvPr/>
        </p:nvSpPr>
        <p:spPr>
          <a:xfrm xmlns:a="http://schemas.openxmlformats.org/drawingml/2006/main">
            <a:off x="809625" y="3619500"/>
            <a:ext cx="2095500" cy="342900"/>
          </a:xfrm>
          <a:prstGeom xmlns:a="http://schemas.openxmlformats.org/drawingml/2006/main" prst="roundRect">
            <a:avLst>
              <a:gd name="adj" fmla="val 5556"/>
            </a:avLst>
          </a:prstGeom>
          <a:solidFill xmlns:a="http://schemas.openxmlformats.org/drawingml/2006/main">
            <a:srgbClr val="F3F4F6"/>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C3020902-725F-4272-9959-3F4E99803DEF}"/>
              </a:ext>
            </a:extLst>
          </p:cNvPr>
          <p:cNvSpPr>
            <a:spLocks xmlns:a="http://schemas.openxmlformats.org/drawingml/2006/main" noGrp="1"/>
          </p:cNvSpPr>
          <p:nvPr/>
        </p:nvSpPr>
        <p:spPr>
          <a:xfrm xmlns:a="http://schemas.openxmlformats.org/drawingml/2006/main">
            <a:off x="809625" y="4191000"/>
            <a:ext cx="595313" cy="571500"/>
          </a:xfrm>
          <a:prstGeom xmlns:a="http://schemas.openxmlformats.org/drawingml/2006/main" prst="roundRect">
            <a:avLst>
              <a:gd name="adj" fmla="val 3333"/>
            </a:avLst>
          </a:prstGeom>
          <a:solidFill xmlns:a="http://schemas.openxmlformats.org/drawingml/2006/main">
            <a:srgbClr val="F3F4F6"/>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10AE82BE-F450-4460-A950-99CA2E9B69AA}"/>
              </a:ext>
            </a:extLst>
          </p:cNvPr>
          <p:cNvSpPr>
            <a:spLocks xmlns:a="http://schemas.openxmlformats.org/drawingml/2006/main" noGrp="1"/>
          </p:cNvSpPr>
          <p:nvPr/>
        </p:nvSpPr>
        <p:spPr>
          <a:xfrm xmlns:a="http://schemas.openxmlformats.org/drawingml/2006/main">
            <a:off x="1571625" y="4191000"/>
            <a:ext cx="595313" cy="571500"/>
          </a:xfrm>
          <a:prstGeom xmlns:a="http://schemas.openxmlformats.org/drawingml/2006/main" prst="roundRect">
            <a:avLst>
              <a:gd name="adj" fmla="val 3333"/>
            </a:avLst>
          </a:prstGeom>
          <a:solidFill xmlns:a="http://schemas.openxmlformats.org/drawingml/2006/main">
            <a:srgbClr val="F3F4F6"/>
          </a:solidFill>
          <a:ln xmlns:a="http://schemas.openxmlformats.org/drawingml/2006/main" w="9525">
            <a:solidFill>
              <a:srgbClr val="CBD5E1"/>
            </a:solidFill>
            <a:prstDash val="solid"/>
          </a:ln>
        </p:spPr>
      </p:sp>
      <p:sp>
        <p:nvSpPr>
          <p:cNvPr id="12" name="">
            <a:extLst xmlns:a="http://schemas.openxmlformats.org/drawingml/2006/main">
              <a:ext uri="{FF2B5EF4-FFF2-40B4-BE49-F238E27FC236}">
                <a16:creationId xmlns:a16="http://schemas.microsoft.com/office/drawing/2014/main" id="{E4493A14-D032-411D-8917-1D313E97A12B}"/>
              </a:ext>
            </a:extLst>
          </p:cNvPr>
          <p:cNvSpPr>
            <a:spLocks xmlns:a="http://schemas.openxmlformats.org/drawingml/2006/main" noGrp="1"/>
          </p:cNvSpPr>
          <p:nvPr/>
        </p:nvSpPr>
        <p:spPr>
          <a:xfrm xmlns:a="http://schemas.openxmlformats.org/drawingml/2006/main">
            <a:off x="2309813" y="4191000"/>
            <a:ext cx="595313" cy="571500"/>
          </a:xfrm>
          <a:prstGeom xmlns:a="http://schemas.openxmlformats.org/drawingml/2006/main" prst="roundRect">
            <a:avLst>
              <a:gd name="adj" fmla="val 3333"/>
            </a:avLst>
          </a:prstGeom>
          <a:solidFill xmlns:a="http://schemas.openxmlformats.org/drawingml/2006/main">
            <a:srgbClr val="F3F4F6"/>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ABFFA6B4-217B-409A-AC5E-A1FD9D35E50E}"/>
              </a:ext>
            </a:extLst>
          </p:cNvPr>
          <p:cNvSpPr>
            <a:spLocks xmlns:a="http://schemas.openxmlformats.org/drawingml/2006/main" noGrp="1"/>
          </p:cNvSpPr>
          <p:nvPr/>
        </p:nvSpPr>
        <p:spPr>
          <a:xfrm xmlns:a="http://schemas.openxmlformats.org/drawingml/2006/main">
            <a:off x="3619500" y="17335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1827"/>
                </a:solidFill>
              </a:defRPr>
            </a:pPr>
            <a:r>
              <a:rPr sz="1350" b="1">
                <a:solidFill>
                  <a:srgbClr val="111827"/>
                </a:solidFill>
              </a:rPr>
              <a:t>Thẻ sản phẩm</a:t>
            </a:r>
          </a:p>
        </p:txBody>
      </p:sp>
      <p:sp>
        <p:nvSpPr>
          <p:cNvPr id="14" name="">
            <a:extLst xmlns:a="http://schemas.openxmlformats.org/drawingml/2006/main">
              <a:ext uri="{FF2B5EF4-FFF2-40B4-BE49-F238E27FC236}">
                <a16:creationId xmlns:a16="http://schemas.microsoft.com/office/drawing/2014/main" id="{6BB0DE7E-E159-4BBE-A694-9897A277E366}"/>
              </a:ext>
            </a:extLst>
          </p:cNvPr>
          <p:cNvSpPr>
            <a:spLocks xmlns:a="http://schemas.openxmlformats.org/drawingml/2006/main" noGrp="1"/>
          </p:cNvSpPr>
          <p:nvPr/>
        </p:nvSpPr>
        <p:spPr>
          <a:xfrm xmlns:a="http://schemas.openxmlformats.org/drawingml/2006/main">
            <a:off x="3619500" y="2133600"/>
            <a:ext cx="2381250" cy="2857500"/>
          </a:xfrm>
          <a:prstGeom xmlns:a="http://schemas.openxmlformats.org/drawingml/2006/main" prst="roundRect">
            <a:avLst>
              <a:gd name="adj" fmla="val 2400"/>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D12C7DC3-6002-4079-9B9E-05F3E39F9AE2}"/>
              </a:ext>
            </a:extLst>
          </p:cNvPr>
          <p:cNvSpPr>
            <a:spLocks xmlns:a="http://schemas.openxmlformats.org/drawingml/2006/main" noGrp="1"/>
          </p:cNvSpPr>
          <p:nvPr/>
        </p:nvSpPr>
        <p:spPr>
          <a:xfrm xmlns:a="http://schemas.openxmlformats.org/drawingml/2006/main">
            <a:off x="4000500" y="2362200"/>
            <a:ext cx="1619250" cy="1200150"/>
          </a:xfrm>
          <a:prstGeom xmlns:a="http://schemas.openxmlformats.org/drawingml/2006/main" prst="roundRect">
            <a:avLst>
              <a:gd name="adj" fmla="val 1587"/>
            </a:avLst>
          </a:prstGeom>
          <a:solidFill xmlns:a="http://schemas.openxmlformats.org/drawingml/2006/main">
            <a:srgbClr val="F3F4F6"/>
          </a:solidFill>
          <a:ln xmlns:a="http://schemas.openxmlformats.org/drawingml/2006/main" w="9525">
            <a:solidFill>
              <a:srgbClr val="CBD5E1"/>
            </a:solidFill>
            <a:prstDash val="solid"/>
          </a:ln>
        </p:spPr>
      </p:sp>
      <p:sp>
        <p:nvSpPr>
          <p:cNvPr id="16" name="">
            <a:extLst xmlns:a="http://schemas.openxmlformats.org/drawingml/2006/main">
              <a:ext uri="{FF2B5EF4-FFF2-40B4-BE49-F238E27FC236}">
                <a16:creationId xmlns:a16="http://schemas.microsoft.com/office/drawing/2014/main" id="{492FDF14-F862-4DB4-A1CE-9F0C813884CF}"/>
              </a:ext>
            </a:extLst>
          </p:cNvPr>
          <p:cNvSpPr>
            <a:spLocks xmlns:a="http://schemas.openxmlformats.org/drawingml/2006/main" noGrp="1"/>
          </p:cNvSpPr>
          <p:nvPr/>
        </p:nvSpPr>
        <p:spPr>
          <a:xfrm xmlns:a="http://schemas.openxmlformats.org/drawingml/2006/main">
            <a:off x="3905250" y="3733800"/>
            <a:ext cx="1809750" cy="285750"/>
          </a:xfrm>
          <a:prstGeom xmlns:a="http://schemas.openxmlformats.org/drawingml/2006/main" prst="roundRect">
            <a:avLst>
              <a:gd name="adj" fmla="val 6667"/>
            </a:avLst>
          </a:prstGeom>
          <a:solidFill xmlns:a="http://schemas.openxmlformats.org/drawingml/2006/main">
            <a:srgbClr val="DBEAFE"/>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6B55D259-1D2A-43FA-B289-06399A558634}"/>
              </a:ext>
            </a:extLst>
          </p:cNvPr>
          <p:cNvSpPr>
            <a:spLocks xmlns:a="http://schemas.openxmlformats.org/drawingml/2006/main" noGrp="1"/>
          </p:cNvSpPr>
          <p:nvPr/>
        </p:nvSpPr>
        <p:spPr>
          <a:xfrm xmlns:a="http://schemas.openxmlformats.org/drawingml/2006/main">
            <a:off x="3905250" y="4191000"/>
            <a:ext cx="833438" cy="371475"/>
          </a:xfrm>
          <a:prstGeom xmlns:a="http://schemas.openxmlformats.org/drawingml/2006/main" prst="roundRect">
            <a:avLst>
              <a:gd name="adj" fmla="val 5128"/>
            </a:avLst>
          </a:prstGeom>
          <a:solidFill xmlns:a="http://schemas.openxmlformats.org/drawingml/2006/main">
            <a:srgbClr val="F3F4F6"/>
          </a:solidFill>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348FA9EA-3098-48B7-9139-AECBB8A4621E}"/>
              </a:ext>
            </a:extLst>
          </p:cNvPr>
          <p:cNvSpPr>
            <a:spLocks xmlns:a="http://schemas.openxmlformats.org/drawingml/2006/main" noGrp="1"/>
          </p:cNvSpPr>
          <p:nvPr/>
        </p:nvSpPr>
        <p:spPr>
          <a:xfrm xmlns:a="http://schemas.openxmlformats.org/drawingml/2006/main">
            <a:off x="4881563" y="4191000"/>
            <a:ext cx="833438" cy="371475"/>
          </a:xfrm>
          <a:prstGeom xmlns:a="http://schemas.openxmlformats.org/drawingml/2006/main" prst="roundRect">
            <a:avLst>
              <a:gd name="adj" fmla="val 5128"/>
            </a:avLst>
          </a:prstGeom>
          <a:solidFill xmlns:a="http://schemas.openxmlformats.org/drawingml/2006/main">
            <a:srgbClr val="F3F4F6"/>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7B7C1FEC-1C38-4778-8CD7-639B70AC80A2}"/>
              </a:ext>
            </a:extLst>
          </p:cNvPr>
          <p:cNvSpPr>
            <a:spLocks xmlns:a="http://schemas.openxmlformats.org/drawingml/2006/main" noGrp="1"/>
          </p:cNvSpPr>
          <p:nvPr/>
        </p:nvSpPr>
        <p:spPr>
          <a:xfrm xmlns:a="http://schemas.openxmlformats.org/drawingml/2006/main">
            <a:off x="6572250" y="17335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1827"/>
                </a:solidFill>
              </a:defRPr>
            </a:pPr>
            <a:r>
              <a:rPr sz="1350" b="1">
                <a:solidFill>
                  <a:srgbClr val="111827"/>
                </a:solidFill>
              </a:rPr>
              <a:t>Chi tiết</a:t>
            </a:r>
          </a:p>
        </p:txBody>
      </p:sp>
      <p:sp>
        <p:nvSpPr>
          <p:cNvPr id="20" name="">
            <a:extLst xmlns:a="http://schemas.openxmlformats.org/drawingml/2006/main">
              <a:ext uri="{FF2B5EF4-FFF2-40B4-BE49-F238E27FC236}">
                <a16:creationId xmlns:a16="http://schemas.microsoft.com/office/drawing/2014/main" id="{0033F041-B608-4E9A-A33F-E4748B60F6E6}"/>
              </a:ext>
            </a:extLst>
          </p:cNvPr>
          <p:cNvSpPr>
            <a:spLocks xmlns:a="http://schemas.openxmlformats.org/drawingml/2006/main" noGrp="1"/>
          </p:cNvSpPr>
          <p:nvPr/>
        </p:nvSpPr>
        <p:spPr>
          <a:xfrm xmlns:a="http://schemas.openxmlformats.org/drawingml/2006/main">
            <a:off x="6572250" y="2133600"/>
            <a:ext cx="2381250" cy="2857500"/>
          </a:xfrm>
          <a:prstGeom xmlns:a="http://schemas.openxmlformats.org/drawingml/2006/main" prst="roundRect">
            <a:avLst>
              <a:gd name="adj" fmla="val 2400"/>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842E7FAB-CC27-4473-893F-93AC4FA20FA0}"/>
              </a:ext>
            </a:extLst>
          </p:cNvPr>
          <p:cNvSpPr>
            <a:spLocks xmlns:a="http://schemas.openxmlformats.org/drawingml/2006/main" noGrp="1"/>
          </p:cNvSpPr>
          <p:nvPr/>
        </p:nvSpPr>
        <p:spPr>
          <a:xfrm xmlns:a="http://schemas.openxmlformats.org/drawingml/2006/main">
            <a:off x="6715125" y="2419350"/>
            <a:ext cx="904875" cy="1771650"/>
          </a:xfrm>
          <a:prstGeom xmlns:a="http://schemas.openxmlformats.org/drawingml/2006/main" prst="roundRect">
            <a:avLst>
              <a:gd name="adj" fmla="val 2105"/>
            </a:avLst>
          </a:prstGeom>
          <a:solidFill xmlns:a="http://schemas.openxmlformats.org/drawingml/2006/main">
            <a:srgbClr val="F3F4F6"/>
          </a:solidFill>
          <a:ln xmlns:a="http://schemas.openxmlformats.org/drawingml/2006/main" w="9525">
            <a:solidFill>
              <a:srgbClr val="CBD5E1"/>
            </a:solidFill>
            <a:prstDash val="solid"/>
          </a:ln>
        </p:spPr>
      </p:sp>
      <p:sp>
        <p:nvSpPr>
          <p:cNvPr id="22" name="">
            <a:extLst xmlns:a="http://schemas.openxmlformats.org/drawingml/2006/main">
              <a:ext uri="{FF2B5EF4-FFF2-40B4-BE49-F238E27FC236}">
                <a16:creationId xmlns:a16="http://schemas.microsoft.com/office/drawing/2014/main" id="{B2F3F0FF-54D4-4313-AECB-E41A575AFE10}"/>
              </a:ext>
            </a:extLst>
          </p:cNvPr>
          <p:cNvSpPr>
            <a:spLocks xmlns:a="http://schemas.openxmlformats.org/drawingml/2006/main" noGrp="1"/>
          </p:cNvSpPr>
          <p:nvPr/>
        </p:nvSpPr>
        <p:spPr>
          <a:xfrm xmlns:a="http://schemas.openxmlformats.org/drawingml/2006/main">
            <a:off x="7762875" y="2419350"/>
            <a:ext cx="1047750" cy="342900"/>
          </a:xfrm>
          <a:prstGeom xmlns:a="http://schemas.openxmlformats.org/drawingml/2006/main" prst="roundRect">
            <a:avLst>
              <a:gd name="adj" fmla="val 5556"/>
            </a:avLst>
          </a:prstGeom>
          <a:solidFill xmlns:a="http://schemas.openxmlformats.org/drawingml/2006/main">
            <a:srgbClr val="DBEAFE"/>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A0AE099A-06DF-4070-9EAA-82024DFEFE11}"/>
              </a:ext>
            </a:extLst>
          </p:cNvPr>
          <p:cNvSpPr>
            <a:spLocks xmlns:a="http://schemas.openxmlformats.org/drawingml/2006/main" noGrp="1"/>
          </p:cNvSpPr>
          <p:nvPr/>
        </p:nvSpPr>
        <p:spPr>
          <a:xfrm xmlns:a="http://schemas.openxmlformats.org/drawingml/2006/main">
            <a:off x="7762875" y="2933700"/>
            <a:ext cx="762000" cy="285750"/>
          </a:xfrm>
          <a:prstGeom xmlns:a="http://schemas.openxmlformats.org/drawingml/2006/main" prst="roundRect">
            <a:avLst>
              <a:gd name="adj" fmla="val 6667"/>
            </a:avLst>
          </a:prstGeom>
          <a:solidFill xmlns:a="http://schemas.openxmlformats.org/drawingml/2006/main">
            <a:srgbClr val="F3F4F6"/>
          </a:solidFill>
          <a:ln xmlns:a="http://schemas.openxmlformats.org/drawingml/2006/main" w="9525">
            <a:solidFill>
              <a:srgbClr val="CBD5E1"/>
            </a:solidFill>
            <a:prstDash val="solid"/>
          </a:ln>
        </p:spPr>
      </p:sp>
      <p:sp>
        <p:nvSpPr>
          <p:cNvPr id="24" name="">
            <a:extLst xmlns:a="http://schemas.openxmlformats.org/drawingml/2006/main">
              <a:ext uri="{FF2B5EF4-FFF2-40B4-BE49-F238E27FC236}">
                <a16:creationId xmlns:a16="http://schemas.microsoft.com/office/drawing/2014/main" id="{1591159D-3034-422F-BD2F-22F9459B2E57}"/>
              </a:ext>
            </a:extLst>
          </p:cNvPr>
          <p:cNvSpPr>
            <a:spLocks xmlns:a="http://schemas.openxmlformats.org/drawingml/2006/main" noGrp="1"/>
          </p:cNvSpPr>
          <p:nvPr/>
        </p:nvSpPr>
        <p:spPr>
          <a:xfrm xmlns:a="http://schemas.openxmlformats.org/drawingml/2006/main">
            <a:off x="7762875" y="3390900"/>
            <a:ext cx="1047750" cy="571500"/>
          </a:xfrm>
          <a:prstGeom xmlns:a="http://schemas.openxmlformats.org/drawingml/2006/main" prst="roundRect">
            <a:avLst>
              <a:gd name="adj" fmla="val 3333"/>
            </a:avLst>
          </a:prstGeom>
          <a:solidFill xmlns:a="http://schemas.openxmlformats.org/drawingml/2006/main">
            <a:srgbClr val="F3F4F6"/>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8BDF95BF-C724-4610-ABD3-A7A51494522C}"/>
              </a:ext>
            </a:extLst>
          </p:cNvPr>
          <p:cNvSpPr>
            <a:spLocks xmlns:a="http://schemas.openxmlformats.org/drawingml/2006/main" noGrp="1"/>
          </p:cNvSpPr>
          <p:nvPr/>
        </p:nvSpPr>
        <p:spPr>
          <a:xfrm xmlns:a="http://schemas.openxmlformats.org/drawingml/2006/main">
            <a:off x="7762875" y="4191000"/>
            <a:ext cx="857250" cy="342900"/>
          </a:xfrm>
          <a:prstGeom xmlns:a="http://schemas.openxmlformats.org/drawingml/2006/main" prst="roundRect">
            <a:avLst>
              <a:gd name="adj" fmla="val 5556"/>
            </a:avLst>
          </a:prstGeom>
          <a:solidFill xmlns:a="http://schemas.openxmlformats.org/drawingml/2006/main">
            <a:srgbClr val="DCFCE7"/>
          </a:solidFill>
          <a:ln xmlns:a="http://schemas.openxmlformats.org/drawingml/2006/main" w="9525">
            <a:solidFill>
              <a:srgbClr val="CBD5E1"/>
            </a:solidFill>
            <a:prstDash val="solid"/>
          </a:ln>
        </p:spPr>
      </p:sp>
      <p:sp>
        <p:nvSpPr>
          <p:cNvPr id="26" name="">
            <a:extLst xmlns:a="http://schemas.openxmlformats.org/drawingml/2006/main">
              <a:ext uri="{FF2B5EF4-FFF2-40B4-BE49-F238E27FC236}">
                <a16:creationId xmlns:a16="http://schemas.microsoft.com/office/drawing/2014/main" id="{2538D49C-A979-48F8-8096-3A9D7E1A5322}"/>
              </a:ext>
            </a:extLst>
          </p:cNvPr>
          <p:cNvSpPr>
            <a:spLocks xmlns:a="http://schemas.openxmlformats.org/drawingml/2006/main" noGrp="1"/>
          </p:cNvSpPr>
          <p:nvPr/>
        </p:nvSpPr>
        <p:spPr>
          <a:xfrm xmlns:a="http://schemas.openxmlformats.org/drawingml/2006/main">
            <a:off x="9525000" y="17335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1827"/>
                </a:solidFill>
              </a:defRPr>
            </a:pPr>
            <a:r>
              <a:rPr sz="1350" b="1">
                <a:solidFill>
                  <a:srgbClr val="111827"/>
                </a:solidFill>
              </a:rPr>
              <a:t>Giỏ hàng</a:t>
            </a:r>
          </a:p>
        </p:txBody>
      </p:sp>
      <p:sp>
        <p:nvSpPr>
          <p:cNvPr id="27" name="">
            <a:extLst xmlns:a="http://schemas.openxmlformats.org/drawingml/2006/main">
              <a:ext uri="{FF2B5EF4-FFF2-40B4-BE49-F238E27FC236}">
                <a16:creationId xmlns:a16="http://schemas.microsoft.com/office/drawing/2014/main" id="{971122AE-BA6E-462E-88AD-19694F7E5668}"/>
              </a:ext>
            </a:extLst>
          </p:cNvPr>
          <p:cNvSpPr>
            <a:spLocks xmlns:a="http://schemas.openxmlformats.org/drawingml/2006/main" noGrp="1"/>
          </p:cNvSpPr>
          <p:nvPr/>
        </p:nvSpPr>
        <p:spPr>
          <a:xfrm xmlns:a="http://schemas.openxmlformats.org/drawingml/2006/main">
            <a:off x="9525000" y="2133600"/>
            <a:ext cx="2000250" cy="28575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9525">
            <a:solidFill>
              <a:srgbClr val="CBD5E1"/>
            </a:solidFill>
            <a:prstDash val="solid"/>
          </a:ln>
        </p:spPr>
      </p:sp>
      <p:sp>
        <p:nvSpPr>
          <p:cNvPr id="28" name="">
            <a:extLst xmlns:a="http://schemas.openxmlformats.org/drawingml/2006/main">
              <a:ext uri="{FF2B5EF4-FFF2-40B4-BE49-F238E27FC236}">
                <a16:creationId xmlns:a16="http://schemas.microsoft.com/office/drawing/2014/main" id="{ED10E990-8BF8-4F68-B93A-3992FB223D95}"/>
              </a:ext>
            </a:extLst>
          </p:cNvPr>
          <p:cNvSpPr>
            <a:spLocks xmlns:a="http://schemas.openxmlformats.org/drawingml/2006/main" noGrp="1"/>
          </p:cNvSpPr>
          <p:nvPr/>
        </p:nvSpPr>
        <p:spPr>
          <a:xfrm xmlns:a="http://schemas.openxmlformats.org/drawingml/2006/main">
            <a:off x="9685020" y="2419350"/>
            <a:ext cx="1680210" cy="428625"/>
          </a:xfrm>
          <a:prstGeom xmlns:a="http://schemas.openxmlformats.org/drawingml/2006/main" prst="roundRect">
            <a:avLst>
              <a:gd name="adj" fmla="val 4444"/>
            </a:avLst>
          </a:prstGeom>
          <a:solidFill xmlns:a="http://schemas.openxmlformats.org/drawingml/2006/main">
            <a:srgbClr val="DBEAFE"/>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AAC17D58-723B-4330-A68C-FFEC97EF0A8A}"/>
              </a:ext>
            </a:extLst>
          </p:cNvPr>
          <p:cNvSpPr>
            <a:spLocks xmlns:a="http://schemas.openxmlformats.org/drawingml/2006/main" noGrp="1"/>
          </p:cNvSpPr>
          <p:nvPr/>
        </p:nvSpPr>
        <p:spPr>
          <a:xfrm xmlns:a="http://schemas.openxmlformats.org/drawingml/2006/main">
            <a:off x="9685020" y="3048000"/>
            <a:ext cx="1680210" cy="428625"/>
          </a:xfrm>
          <a:prstGeom xmlns:a="http://schemas.openxmlformats.org/drawingml/2006/main" prst="roundRect">
            <a:avLst>
              <a:gd name="adj" fmla="val 4444"/>
            </a:avLst>
          </a:prstGeom>
          <a:solidFill xmlns:a="http://schemas.openxmlformats.org/drawingml/2006/main">
            <a:srgbClr val="F3F4F6"/>
          </a:solidFill>
          <a:ln xmlns:a="http://schemas.openxmlformats.org/drawingml/2006/main" w="9525">
            <a:solidFill>
              <a:srgbClr val="CBD5E1"/>
            </a:solidFill>
            <a:prstDash val="solid"/>
          </a:ln>
        </p:spPr>
      </p:sp>
      <p:sp>
        <p:nvSpPr>
          <p:cNvPr id="30" name="">
            <a:extLst xmlns:a="http://schemas.openxmlformats.org/drawingml/2006/main">
              <a:ext uri="{FF2B5EF4-FFF2-40B4-BE49-F238E27FC236}">
                <a16:creationId xmlns:a16="http://schemas.microsoft.com/office/drawing/2014/main" id="{5C82C1FD-94E0-41E2-A88A-C9479216FD85}"/>
              </a:ext>
            </a:extLst>
          </p:cNvPr>
          <p:cNvSpPr>
            <a:spLocks xmlns:a="http://schemas.openxmlformats.org/drawingml/2006/main" noGrp="1"/>
          </p:cNvSpPr>
          <p:nvPr/>
        </p:nvSpPr>
        <p:spPr>
          <a:xfrm xmlns:a="http://schemas.openxmlformats.org/drawingml/2006/main">
            <a:off x="9685020" y="3676650"/>
            <a:ext cx="1680210" cy="428625"/>
          </a:xfrm>
          <a:prstGeom xmlns:a="http://schemas.openxmlformats.org/drawingml/2006/main" prst="roundRect">
            <a:avLst>
              <a:gd name="adj" fmla="val 4444"/>
            </a:avLst>
          </a:prstGeom>
          <a:solidFill xmlns:a="http://schemas.openxmlformats.org/drawingml/2006/main">
            <a:srgbClr val="F3F4F6"/>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1CB0097A-8FF2-4E86-ABED-62CC82BB2422}"/>
              </a:ext>
            </a:extLst>
          </p:cNvPr>
          <p:cNvSpPr>
            <a:spLocks xmlns:a="http://schemas.openxmlformats.org/drawingml/2006/main" noGrp="1"/>
          </p:cNvSpPr>
          <p:nvPr/>
        </p:nvSpPr>
        <p:spPr>
          <a:xfrm xmlns:a="http://schemas.openxmlformats.org/drawingml/2006/main">
            <a:off x="9685020" y="4362450"/>
            <a:ext cx="1680210" cy="342900"/>
          </a:xfrm>
          <a:prstGeom xmlns:a="http://schemas.openxmlformats.org/drawingml/2006/main" prst="roundRect">
            <a:avLst>
              <a:gd name="adj" fmla="val 5556"/>
            </a:avLst>
          </a:prstGeom>
          <a:solidFill xmlns:a="http://schemas.openxmlformats.org/drawingml/2006/main">
            <a:srgbClr val="DCFCE7"/>
          </a:solidFill>
          <a:ln xmlns:a="http://schemas.openxmlformats.org/drawingml/2006/main" w="9525">
            <a:solidFill>
              <a:srgbClr val="CBD5E1"/>
            </a:solidFill>
            <a:prstDash val="solid"/>
          </a:ln>
        </p:spPr>
      </p:sp>
      <p:sp>
        <p:nvSpPr>
          <p:cNvPr id="32" name="">
            <a:extLst xmlns:a="http://schemas.openxmlformats.org/drawingml/2006/main">
              <a:ext uri="{FF2B5EF4-FFF2-40B4-BE49-F238E27FC236}">
                <a16:creationId xmlns:a16="http://schemas.microsoft.com/office/drawing/2014/main" id="{D443BFF3-E9E8-4203-A9B5-DF82D4BAF1EB}"/>
              </a:ext>
            </a:extLst>
          </p:cNvPr>
          <p:cNvSpPr>
            <a:spLocks xmlns:a="http://schemas.openxmlformats.org/drawingml/2006/main" noGrp="1"/>
          </p:cNvSpPr>
          <p:nvPr/>
        </p:nvSpPr>
        <p:spPr>
          <a:xfrm xmlns:a="http://schemas.openxmlformats.org/drawingml/2006/main">
            <a:off x="1104900" y="56197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563EB"/>
                </a:solidFill>
              </a:defRPr>
            </a:pPr>
            <a:r>
              <a:rPr sz="1800" b="1">
                <a:solidFill>
                  <a:srgbClr val="2563EB"/>
                </a:solidFill>
              </a:rPr>
              <a:t>Layout thô giúp nhóm giải thích quá trình đi từ bố cục đến giao diện HTML/CSS hoàn chỉnh.</a:t>
            </a:r>
          </a:p>
        </p:txBody>
      </p:sp>
      <p:sp>
        <p:nvSpPr>
          <p:cNvPr id="33" name="">
            <a:extLst xmlns:a="http://schemas.openxmlformats.org/drawingml/2006/main">
              <a:ext uri="{FF2B5EF4-FFF2-40B4-BE49-F238E27FC236}">
                <a16:creationId xmlns:a16="http://schemas.microsoft.com/office/drawing/2014/main" id="{28777477-6569-4E90-AF1B-17E36D68C76C}"/>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06</a:t>
            </a:r>
          </a:p>
        </p:txBody>
      </p:sp>
    </p:spTree>
    <p:extLst>
      <p:ext uri="{BB962C8B-B14F-4D97-AF65-F5344CB8AC3E}">
        <p14:creationId xmlns:p14="http://schemas.microsoft.com/office/powerpoint/2010/main" val="7767266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73FABEF-1992-4D76-959B-0C0FA278FADD}"/>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564BAD26-5917-4FF1-838C-D4B3184A041B}"/>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Hình ảnh web dựng bằng HTML/CSS/JavaScript</a:t>
            </a:r>
          </a:p>
        </p:txBody>
      </p:sp>
      <p:sp>
        <p:nvSpPr>
          <p:cNvPr id="3" name="">
            <a:extLst xmlns:a="http://schemas.openxmlformats.org/drawingml/2006/main">
              <a:ext uri="{FF2B5EF4-FFF2-40B4-BE49-F238E27FC236}">
                <a16:creationId xmlns:a16="http://schemas.microsoft.com/office/drawing/2014/main" id="{AEB25DF5-8325-43C1-B797-A94A8DF6D301}"/>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3107b63d8564a34"/>
          <a:srcRect xmlns:a="http://schemas.openxmlformats.org/drawingml/2006/main" l="0" t="525" r="0" b="525"/>
          <a:stretch xmlns:a="http://schemas.openxmlformats.org/drawingml/2006/main">
            <a:fillRect l="0" t="0" r="0" b="0"/>
          </a:stretch>
        </p:blipFill>
        <p:spPr>
          <a:xfrm xmlns:a="http://schemas.openxmlformats.org/drawingml/2006/main">
            <a:off x="685800" y="1733550"/>
            <a:ext cx="5334000" cy="3000375"/>
          </a:xfrm>
          <a:prstGeom xmlns:a="http://schemas.openxmlformats.org/drawingml/2006/main" prst="roundRect">
            <a:avLst>
              <a:gd name="adj" fmla="val 3810"/>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168c7134cb54a96"/>
          <a:srcRect xmlns:a="http://schemas.openxmlformats.org/drawingml/2006/main" l="4883" t="0" r="4883" b="0"/>
          <a:stretch xmlns:a="http://schemas.openxmlformats.org/drawingml/2006/main">
            <a:fillRect l="0" t="0" r="0" b="0"/>
          </a:stretch>
        </p:blipFill>
        <p:spPr>
          <a:xfrm xmlns:a="http://schemas.openxmlformats.org/drawingml/2006/main">
            <a:off x="6362700" y="1733550"/>
            <a:ext cx="4762500" cy="3000375"/>
          </a:xfrm>
          <a:prstGeom xmlns:a="http://schemas.openxmlformats.org/drawingml/2006/main" prst="roundRect">
            <a:avLst>
              <a:gd name="adj" fmla="val 3810"/>
            </a:avLst>
          </a:prstGeom>
        </p:spPr>
      </p:pic>
      <p:sp>
        <p:nvSpPr>
          <p:cNvPr id="6" name="">
            <a:extLst xmlns:a="http://schemas.openxmlformats.org/drawingml/2006/main">
              <a:ext uri="{FF2B5EF4-FFF2-40B4-BE49-F238E27FC236}">
                <a16:creationId xmlns:a16="http://schemas.microsoft.com/office/drawing/2014/main" id="{807F6A65-31BB-4794-A507-D73EEBBD4A5A}"/>
              </a:ext>
            </a:extLst>
          </p:cNvPr>
          <p:cNvSpPr>
            <a:spLocks xmlns:a="http://schemas.openxmlformats.org/drawingml/2006/main" noGrp="1"/>
          </p:cNvSpPr>
          <p:nvPr/>
        </p:nvSpPr>
        <p:spPr>
          <a:xfrm xmlns:a="http://schemas.openxmlformats.org/drawingml/2006/main">
            <a:off x="8382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4B5563"/>
                </a:solidFill>
              </a:defRPr>
            </a:pPr>
            <a:r>
              <a:rPr sz="1425" b="0">
                <a:solidFill>
                  <a:srgbClr val="4B5563"/>
                </a:solidFill>
              </a:rPr>
              <a:t>Trang chủ hiển thị hero, danh mục và danh sách sản phẩm.</a:t>
            </a:r>
          </a:p>
        </p:txBody>
      </p:sp>
      <p:sp>
        <p:nvSpPr>
          <p:cNvPr id="7" name="">
            <a:extLst xmlns:a="http://schemas.openxmlformats.org/drawingml/2006/main">
              <a:ext uri="{FF2B5EF4-FFF2-40B4-BE49-F238E27FC236}">
                <a16:creationId xmlns:a16="http://schemas.microsoft.com/office/drawing/2014/main" id="{CF2B98B8-DC89-4E68-A20D-EEE900722493}"/>
              </a:ext>
            </a:extLst>
          </p:cNvPr>
          <p:cNvSpPr>
            <a:spLocks xmlns:a="http://schemas.openxmlformats.org/drawingml/2006/main" noGrp="1"/>
          </p:cNvSpPr>
          <p:nvPr/>
        </p:nvSpPr>
        <p:spPr>
          <a:xfrm xmlns:a="http://schemas.openxmlformats.org/drawingml/2006/main">
            <a:off x="6572250" y="49530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4B5563"/>
                </a:solidFill>
              </a:defRPr>
            </a:pPr>
            <a:r>
              <a:rPr sz="1425" b="0">
                <a:solidFill>
                  <a:srgbClr val="4B5563"/>
                </a:solidFill>
              </a:rPr>
              <a:t>Trang chi tiết lấy dữ liệu theo id trên URL.</a:t>
            </a:r>
          </a:p>
        </p:txBody>
      </p:sp>
      <p:sp>
        <p:nvSpPr>
          <p:cNvPr id="8" name="">
            <a:extLst xmlns:a="http://schemas.openxmlformats.org/drawingml/2006/main">
              <a:ext uri="{FF2B5EF4-FFF2-40B4-BE49-F238E27FC236}">
                <a16:creationId xmlns:a16="http://schemas.microsoft.com/office/drawing/2014/main" id="{8474CBBF-7432-4C6D-A0A6-FB2B1320D26D}"/>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07</a:t>
            </a:r>
          </a:p>
        </p:txBody>
      </p:sp>
    </p:spTree>
    <p:extLst>
      <p:ext uri="{BB962C8B-B14F-4D97-AF65-F5344CB8AC3E}">
        <p14:creationId xmlns:p14="http://schemas.microsoft.com/office/powerpoint/2010/main" val="14039592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B7F6B5E-A3C4-45B6-A11A-5989D6CDAAEE}"/>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9DA4CA7E-D8A3-4EA1-8EB3-3BFB008C34AE}"/>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Kịch bản demo ngắn, dễ trình bày trên lớp</a:t>
            </a:r>
          </a:p>
        </p:txBody>
      </p:sp>
      <p:sp>
        <p:nvSpPr>
          <p:cNvPr id="3" name="">
            <a:extLst xmlns:a="http://schemas.openxmlformats.org/drawingml/2006/main">
              <a:ext uri="{FF2B5EF4-FFF2-40B4-BE49-F238E27FC236}">
                <a16:creationId xmlns:a16="http://schemas.microsoft.com/office/drawing/2014/main" id="{C93309B3-0FD6-48E6-A50D-E59092FFD9BE}"/>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F4AA181F-431B-43DD-9B36-CB6D62854D6A}"/>
              </a:ext>
            </a:extLst>
          </p:cNvPr>
          <p:cNvSpPr>
            <a:spLocks xmlns:a="http://schemas.openxmlformats.org/drawingml/2006/main" noGrp="1"/>
          </p:cNvSpPr>
          <p:nvPr/>
        </p:nvSpPr>
        <p:spPr>
          <a:xfrm xmlns:a="http://schemas.openxmlformats.org/drawingml/2006/main">
            <a:off x="723900" y="1733550"/>
            <a:ext cx="2286000" cy="1524000"/>
          </a:xfrm>
          <a:prstGeom xmlns:a="http://schemas.openxmlformats.org/drawingml/2006/main" prst="roundRect">
            <a:avLst>
              <a:gd name="adj" fmla="val 7500"/>
            </a:avLst>
          </a:prstGeom>
          <a:solidFill xmlns:a="http://schemas.openxmlformats.org/drawingml/2006/main">
            <a:srgbClr val="F3F4F6"/>
          </a:solidFill>
          <a:ln xmlns:a="http://schemas.openxmlformats.org/drawingml/2006/main" w="9525">
            <a:solidFill>
              <a:srgbClr val="CBD5E1"/>
            </a:solidFill>
            <a:prstDash val="solid"/>
          </a:ln>
        </p:spPr>
      </p:sp>
      <p:sp>
        <p:nvSpPr>
          <p:cNvPr id="5" name="">
            <a:extLst xmlns:a="http://schemas.openxmlformats.org/drawingml/2006/main">
              <a:ext uri="{FF2B5EF4-FFF2-40B4-BE49-F238E27FC236}">
                <a16:creationId xmlns:a16="http://schemas.microsoft.com/office/drawing/2014/main" id="{98137622-21CE-4ACC-9FBD-72313981E1DC}"/>
              </a:ext>
            </a:extLst>
          </p:cNvPr>
          <p:cNvSpPr>
            <a:spLocks xmlns:a="http://schemas.openxmlformats.org/drawingml/2006/main" noGrp="1"/>
          </p:cNvSpPr>
          <p:nvPr/>
        </p:nvSpPr>
        <p:spPr>
          <a:xfrm xmlns:a="http://schemas.openxmlformats.org/drawingml/2006/main">
            <a:off x="914400" y="194310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2563EB"/>
                </a:solidFill>
              </a:defRPr>
            </a:pPr>
            <a:r>
              <a:rPr sz="2400" b="1">
                <a:solidFill>
                  <a:srgbClr val="2563EB"/>
                </a:solidFill>
              </a:rPr>
              <a:t>1</a:t>
            </a:r>
          </a:p>
        </p:txBody>
      </p:sp>
      <p:sp>
        <p:nvSpPr>
          <p:cNvPr id="6" name="">
            <a:extLst xmlns:a="http://schemas.openxmlformats.org/drawingml/2006/main">
              <a:ext uri="{FF2B5EF4-FFF2-40B4-BE49-F238E27FC236}">
                <a16:creationId xmlns:a16="http://schemas.microsoft.com/office/drawing/2014/main" id="{C4921006-C539-462B-BBCA-04677A34513B}"/>
              </a:ext>
            </a:extLst>
          </p:cNvPr>
          <p:cNvSpPr>
            <a:spLocks xmlns:a="http://schemas.openxmlformats.org/drawingml/2006/main" noGrp="1"/>
          </p:cNvSpPr>
          <p:nvPr/>
        </p:nvSpPr>
        <p:spPr>
          <a:xfrm xmlns:a="http://schemas.openxmlformats.org/drawingml/2006/main">
            <a:off x="1409700" y="19621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Mở trang chủ</a:t>
            </a:r>
          </a:p>
        </p:txBody>
      </p:sp>
      <p:sp>
        <p:nvSpPr>
          <p:cNvPr id="7" name="">
            <a:extLst xmlns:a="http://schemas.openxmlformats.org/drawingml/2006/main">
              <a:ext uri="{FF2B5EF4-FFF2-40B4-BE49-F238E27FC236}">
                <a16:creationId xmlns:a16="http://schemas.microsoft.com/office/drawing/2014/main" id="{93559C78-6000-440B-B8C6-9A9DCA4837D0}"/>
              </a:ext>
            </a:extLst>
          </p:cNvPr>
          <p:cNvSpPr>
            <a:spLocks xmlns:a="http://schemas.openxmlformats.org/drawingml/2006/main" noGrp="1"/>
          </p:cNvSpPr>
          <p:nvPr/>
        </p:nvSpPr>
        <p:spPr>
          <a:xfrm xmlns:a="http://schemas.openxmlformats.org/drawingml/2006/main">
            <a:off x="952500" y="255270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4B5563"/>
                </a:solidFill>
              </a:defRPr>
            </a:pPr>
            <a:r>
              <a:rPr sz="1275" b="0">
                <a:solidFill>
                  <a:srgbClr val="4B5563"/>
                </a:solidFill>
              </a:rPr>
              <a:t>index.html</a:t>
            </a:r>
          </a:p>
        </p:txBody>
      </p:sp>
      <p:sp>
        <p:nvSpPr>
          <p:cNvPr id="8" name="">
            <a:extLst xmlns:a="http://schemas.openxmlformats.org/drawingml/2006/main">
              <a:ext uri="{FF2B5EF4-FFF2-40B4-BE49-F238E27FC236}">
                <a16:creationId xmlns:a16="http://schemas.microsoft.com/office/drawing/2014/main" id="{7EB4BAA6-8FE4-4772-A5F2-BE45DF0FEE66}"/>
              </a:ext>
            </a:extLst>
          </p:cNvPr>
          <p:cNvSpPr>
            <a:spLocks xmlns:a="http://schemas.openxmlformats.org/drawingml/2006/main" noGrp="1"/>
          </p:cNvSpPr>
          <p:nvPr/>
        </p:nvSpPr>
        <p:spPr>
          <a:xfrm xmlns:a="http://schemas.openxmlformats.org/drawingml/2006/main">
            <a:off x="3505200" y="1733550"/>
            <a:ext cx="2286000" cy="1524000"/>
          </a:xfrm>
          <a:prstGeom xmlns:a="http://schemas.openxmlformats.org/drawingml/2006/main" prst="roundRect">
            <a:avLst>
              <a:gd name="adj" fmla="val 7500"/>
            </a:avLst>
          </a:prstGeom>
          <a:solidFill xmlns:a="http://schemas.openxmlformats.org/drawingml/2006/main">
            <a:srgbClr val="F3F4F6"/>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C8553979-B839-4ED6-A0C5-AD7416D21598}"/>
              </a:ext>
            </a:extLst>
          </p:cNvPr>
          <p:cNvSpPr>
            <a:spLocks xmlns:a="http://schemas.openxmlformats.org/drawingml/2006/main" noGrp="1"/>
          </p:cNvSpPr>
          <p:nvPr/>
        </p:nvSpPr>
        <p:spPr>
          <a:xfrm xmlns:a="http://schemas.openxmlformats.org/drawingml/2006/main">
            <a:off x="3695700" y="194310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2563EB"/>
                </a:solidFill>
              </a:defRPr>
            </a:pPr>
            <a:r>
              <a:rPr sz="2400" b="1">
                <a:solidFill>
                  <a:srgbClr val="2563EB"/>
                </a:solidFill>
              </a:rPr>
              <a:t>2</a:t>
            </a:r>
          </a:p>
        </p:txBody>
      </p:sp>
      <p:sp>
        <p:nvSpPr>
          <p:cNvPr id="10" name="">
            <a:extLst xmlns:a="http://schemas.openxmlformats.org/drawingml/2006/main">
              <a:ext uri="{FF2B5EF4-FFF2-40B4-BE49-F238E27FC236}">
                <a16:creationId xmlns:a16="http://schemas.microsoft.com/office/drawing/2014/main" id="{B3C24559-1007-4AF4-BCBD-AD4EDFE63BCF}"/>
              </a:ext>
            </a:extLst>
          </p:cNvPr>
          <p:cNvSpPr>
            <a:spLocks xmlns:a="http://schemas.openxmlformats.org/drawingml/2006/main" noGrp="1"/>
          </p:cNvSpPr>
          <p:nvPr/>
        </p:nvSpPr>
        <p:spPr>
          <a:xfrm xmlns:a="http://schemas.openxmlformats.org/drawingml/2006/main">
            <a:off x="4191000" y="19621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Bấm Xem chi tiết</a:t>
            </a:r>
          </a:p>
        </p:txBody>
      </p:sp>
      <p:sp>
        <p:nvSpPr>
          <p:cNvPr id="11" name="">
            <a:extLst xmlns:a="http://schemas.openxmlformats.org/drawingml/2006/main">
              <a:ext uri="{FF2B5EF4-FFF2-40B4-BE49-F238E27FC236}">
                <a16:creationId xmlns:a16="http://schemas.microsoft.com/office/drawing/2014/main" id="{536FE9FE-0152-48D5-93EE-A4AA77A1EBEB}"/>
              </a:ext>
            </a:extLst>
          </p:cNvPr>
          <p:cNvSpPr>
            <a:spLocks xmlns:a="http://schemas.openxmlformats.org/drawingml/2006/main" noGrp="1"/>
          </p:cNvSpPr>
          <p:nvPr/>
        </p:nvSpPr>
        <p:spPr>
          <a:xfrm xmlns:a="http://schemas.openxmlformats.org/drawingml/2006/main">
            <a:off x="3733800" y="255270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4B5563"/>
                </a:solidFill>
              </a:defRPr>
            </a:pPr>
            <a:r>
              <a:rPr sz="1275" b="0">
                <a:solidFill>
                  <a:srgbClr val="4B5563"/>
                </a:solidFill>
              </a:rPr>
              <a:t>product-detail.html?id=s25ultra</a:t>
            </a:r>
          </a:p>
        </p:txBody>
      </p:sp>
      <p:sp>
        <p:nvSpPr>
          <p:cNvPr id="12" name="">
            <a:extLst xmlns:a="http://schemas.openxmlformats.org/drawingml/2006/main">
              <a:ext uri="{FF2B5EF4-FFF2-40B4-BE49-F238E27FC236}">
                <a16:creationId xmlns:a16="http://schemas.microsoft.com/office/drawing/2014/main" id="{782F289B-A937-4DF5-AE18-6D817CB1F88A}"/>
              </a:ext>
            </a:extLst>
          </p:cNvPr>
          <p:cNvSpPr>
            <a:spLocks xmlns:a="http://schemas.openxmlformats.org/drawingml/2006/main" noGrp="1"/>
          </p:cNvSpPr>
          <p:nvPr/>
        </p:nvSpPr>
        <p:spPr>
          <a:xfrm xmlns:a="http://schemas.openxmlformats.org/drawingml/2006/main">
            <a:off x="6286500" y="1733550"/>
            <a:ext cx="2286000" cy="1524000"/>
          </a:xfrm>
          <a:prstGeom xmlns:a="http://schemas.openxmlformats.org/drawingml/2006/main" prst="roundRect">
            <a:avLst>
              <a:gd name="adj" fmla="val 7500"/>
            </a:avLst>
          </a:prstGeom>
          <a:solidFill xmlns:a="http://schemas.openxmlformats.org/drawingml/2006/main">
            <a:srgbClr val="F3F4F6"/>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10D0BFBF-FA23-40C5-BC7C-C16B959B4590}"/>
              </a:ext>
            </a:extLst>
          </p:cNvPr>
          <p:cNvSpPr>
            <a:spLocks xmlns:a="http://schemas.openxmlformats.org/drawingml/2006/main" noGrp="1"/>
          </p:cNvSpPr>
          <p:nvPr/>
        </p:nvSpPr>
        <p:spPr>
          <a:xfrm xmlns:a="http://schemas.openxmlformats.org/drawingml/2006/main">
            <a:off x="6477000" y="194310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2563EB"/>
                </a:solidFill>
              </a:defRPr>
            </a:pPr>
            <a:r>
              <a:rPr sz="2400" b="1">
                <a:solidFill>
                  <a:srgbClr val="2563EB"/>
                </a:solidFill>
              </a:rPr>
              <a:t>3</a:t>
            </a:r>
          </a:p>
        </p:txBody>
      </p:sp>
      <p:sp>
        <p:nvSpPr>
          <p:cNvPr id="14" name="">
            <a:extLst xmlns:a="http://schemas.openxmlformats.org/drawingml/2006/main">
              <a:ext uri="{FF2B5EF4-FFF2-40B4-BE49-F238E27FC236}">
                <a16:creationId xmlns:a16="http://schemas.microsoft.com/office/drawing/2014/main" id="{ECF8C6C8-E3E6-4346-B65E-1422F3CFE4B5}"/>
              </a:ext>
            </a:extLst>
          </p:cNvPr>
          <p:cNvSpPr>
            <a:spLocks xmlns:a="http://schemas.openxmlformats.org/drawingml/2006/main" noGrp="1"/>
          </p:cNvSpPr>
          <p:nvPr/>
        </p:nvSpPr>
        <p:spPr>
          <a:xfrm xmlns:a="http://schemas.openxmlformats.org/drawingml/2006/main">
            <a:off x="6972300" y="19621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Bấm Thêm vào giỏ</a:t>
            </a:r>
          </a:p>
        </p:txBody>
      </p:sp>
      <p:sp>
        <p:nvSpPr>
          <p:cNvPr id="15" name="">
            <a:extLst xmlns:a="http://schemas.openxmlformats.org/drawingml/2006/main">
              <a:ext uri="{FF2B5EF4-FFF2-40B4-BE49-F238E27FC236}">
                <a16:creationId xmlns:a16="http://schemas.microsoft.com/office/drawing/2014/main" id="{E767DCD1-4AB5-47BE-91A2-F891B09B50BA}"/>
              </a:ext>
            </a:extLst>
          </p:cNvPr>
          <p:cNvSpPr>
            <a:spLocks xmlns:a="http://schemas.openxmlformats.org/drawingml/2006/main" noGrp="1"/>
          </p:cNvSpPr>
          <p:nvPr/>
        </p:nvSpPr>
        <p:spPr>
          <a:xfrm xmlns:a="http://schemas.openxmlformats.org/drawingml/2006/main">
            <a:off x="6515100" y="255270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4B5563"/>
                </a:solidFill>
              </a:defRPr>
            </a:pPr>
            <a:r>
              <a:rPr sz="1275" b="0">
                <a:solidFill>
                  <a:srgbClr val="4B5563"/>
                </a:solidFill>
              </a:rPr>
              <a:t>cart.js lưu vào localStorage</a:t>
            </a:r>
          </a:p>
        </p:txBody>
      </p:sp>
      <p:sp>
        <p:nvSpPr>
          <p:cNvPr id="16" name="">
            <a:extLst xmlns:a="http://schemas.openxmlformats.org/drawingml/2006/main">
              <a:ext uri="{FF2B5EF4-FFF2-40B4-BE49-F238E27FC236}">
                <a16:creationId xmlns:a16="http://schemas.microsoft.com/office/drawing/2014/main" id="{E530D9B6-7E9C-4F2F-BF76-61814D68E6E9}"/>
              </a:ext>
            </a:extLst>
          </p:cNvPr>
          <p:cNvSpPr>
            <a:spLocks xmlns:a="http://schemas.openxmlformats.org/drawingml/2006/main" noGrp="1"/>
          </p:cNvSpPr>
          <p:nvPr/>
        </p:nvSpPr>
        <p:spPr>
          <a:xfrm xmlns:a="http://schemas.openxmlformats.org/drawingml/2006/main">
            <a:off x="9067800" y="1733550"/>
            <a:ext cx="2286000" cy="1524000"/>
          </a:xfrm>
          <a:prstGeom xmlns:a="http://schemas.openxmlformats.org/drawingml/2006/main" prst="roundRect">
            <a:avLst>
              <a:gd name="adj" fmla="val 7500"/>
            </a:avLst>
          </a:prstGeom>
          <a:solidFill xmlns:a="http://schemas.openxmlformats.org/drawingml/2006/main">
            <a:srgbClr val="F3F4F6"/>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E02419B9-7F26-4FBB-9657-6149594D8CFA}"/>
              </a:ext>
            </a:extLst>
          </p:cNvPr>
          <p:cNvSpPr>
            <a:spLocks xmlns:a="http://schemas.openxmlformats.org/drawingml/2006/main" noGrp="1"/>
          </p:cNvSpPr>
          <p:nvPr/>
        </p:nvSpPr>
        <p:spPr>
          <a:xfrm xmlns:a="http://schemas.openxmlformats.org/drawingml/2006/main">
            <a:off x="9258300" y="194310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2563EB"/>
                </a:solidFill>
              </a:defRPr>
            </a:pPr>
            <a:r>
              <a:rPr sz="2400" b="1">
                <a:solidFill>
                  <a:srgbClr val="2563EB"/>
                </a:solidFill>
              </a:rPr>
              <a:t>4</a:t>
            </a:r>
          </a:p>
        </p:txBody>
      </p:sp>
      <p:sp>
        <p:nvSpPr>
          <p:cNvPr id="18" name="">
            <a:extLst xmlns:a="http://schemas.openxmlformats.org/drawingml/2006/main">
              <a:ext uri="{FF2B5EF4-FFF2-40B4-BE49-F238E27FC236}">
                <a16:creationId xmlns:a16="http://schemas.microsoft.com/office/drawing/2014/main" id="{7EEA33C6-BCD8-46C2-9020-58891FE64C91}"/>
              </a:ext>
            </a:extLst>
          </p:cNvPr>
          <p:cNvSpPr>
            <a:spLocks xmlns:a="http://schemas.openxmlformats.org/drawingml/2006/main" noGrp="1"/>
          </p:cNvSpPr>
          <p:nvPr/>
        </p:nvSpPr>
        <p:spPr>
          <a:xfrm xmlns:a="http://schemas.openxmlformats.org/drawingml/2006/main">
            <a:off x="9753600" y="19621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11827"/>
                </a:solidFill>
              </a:defRPr>
            </a:pPr>
            <a:r>
              <a:rPr sz="1650" b="1">
                <a:solidFill>
                  <a:srgbClr val="111827"/>
                </a:solidFill>
              </a:rPr>
              <a:t>Mở giỏ hàng</a:t>
            </a:r>
          </a:p>
        </p:txBody>
      </p:sp>
      <p:sp>
        <p:nvSpPr>
          <p:cNvPr id="19" name="">
            <a:extLst xmlns:a="http://schemas.openxmlformats.org/drawingml/2006/main">
              <a:ext uri="{FF2B5EF4-FFF2-40B4-BE49-F238E27FC236}">
                <a16:creationId xmlns:a16="http://schemas.microsoft.com/office/drawing/2014/main" id="{B913A03B-D147-4DA6-8CE2-896DD0DB0294}"/>
              </a:ext>
            </a:extLst>
          </p:cNvPr>
          <p:cNvSpPr>
            <a:spLocks xmlns:a="http://schemas.openxmlformats.org/drawingml/2006/main" noGrp="1"/>
          </p:cNvSpPr>
          <p:nvPr/>
        </p:nvSpPr>
        <p:spPr>
          <a:xfrm xmlns:a="http://schemas.openxmlformats.org/drawingml/2006/main">
            <a:off x="9296400" y="255270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4B5563"/>
                </a:solidFill>
              </a:defRPr>
            </a:pPr>
            <a:r>
              <a:rPr sz="1275" b="0">
                <a:solidFill>
                  <a:srgbClr val="4B5563"/>
                </a:solidFill>
              </a:rPr>
              <a:t>cart.html tính số lượng và tổng tiền</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685624597a64d6d"/>
          <a:srcRect xmlns:a="http://schemas.openxmlformats.org/drawingml/2006/main" l="0" t="25234" r="0" b="25234"/>
          <a:stretch xmlns:a="http://schemas.openxmlformats.org/drawingml/2006/main">
            <a:fillRect l="0" t="0" r="0" b="0"/>
          </a:stretch>
        </p:blipFill>
        <p:spPr>
          <a:xfrm xmlns:a="http://schemas.openxmlformats.org/drawingml/2006/main">
            <a:off x="2495550" y="3714750"/>
            <a:ext cx="7239000" cy="2038350"/>
          </a:xfrm>
          <a:prstGeom xmlns:a="http://schemas.openxmlformats.org/drawingml/2006/main" prst="roundRect">
            <a:avLst>
              <a:gd name="adj" fmla="val 5607"/>
            </a:avLst>
          </a:prstGeom>
        </p:spPr>
      </p:pic>
      <p:sp>
        <p:nvSpPr>
          <p:cNvPr id="21" name="">
            <a:extLst xmlns:a="http://schemas.openxmlformats.org/drawingml/2006/main">
              <a:ext uri="{FF2B5EF4-FFF2-40B4-BE49-F238E27FC236}">
                <a16:creationId xmlns:a16="http://schemas.microsoft.com/office/drawing/2014/main" id="{34346FA8-31A1-4607-9514-2F469CAD0649}"/>
              </a:ext>
            </a:extLst>
          </p:cNvPr>
          <p:cNvSpPr>
            <a:spLocks xmlns:a="http://schemas.openxmlformats.org/drawingml/2006/main" noGrp="1"/>
          </p:cNvSpPr>
          <p:nvPr/>
        </p:nvSpPr>
        <p:spPr>
          <a:xfrm xmlns:a="http://schemas.openxmlformats.org/drawingml/2006/main">
            <a:off x="1028700" y="59626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563EB"/>
                </a:solidFill>
              </a:defRPr>
            </a:pPr>
            <a:r>
              <a:rPr sz="1500" b="1">
                <a:solidFill>
                  <a:srgbClr val="2563EB"/>
                </a:solidFill>
              </a:rPr>
              <a:t>Điểm cần nói khi demo: giỏ hàng không dùng cơ sở dữ liệu, chỉ mô phỏng bằng localStorage để phù hợp bài HTML/CSS/JS cơ bản.</a:t>
            </a:r>
          </a:p>
        </p:txBody>
      </p:sp>
      <p:sp>
        <p:nvSpPr>
          <p:cNvPr id="22" name="">
            <a:extLst xmlns:a="http://schemas.openxmlformats.org/drawingml/2006/main">
              <a:ext uri="{FF2B5EF4-FFF2-40B4-BE49-F238E27FC236}">
                <a16:creationId xmlns:a16="http://schemas.microsoft.com/office/drawing/2014/main" id="{51A79B13-1061-4249-9EA9-77743CA9356E}"/>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08</a:t>
            </a:r>
          </a:p>
        </p:txBody>
      </p:sp>
    </p:spTree>
    <p:extLst>
      <p:ext uri="{BB962C8B-B14F-4D97-AF65-F5344CB8AC3E}">
        <p14:creationId xmlns:p14="http://schemas.microsoft.com/office/powerpoint/2010/main" val="21024517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91F4036-1CA7-4003-96CD-0042842F95DE}"/>
              </a:ext>
            </a:extLst>
          </p:cNvPr>
          <p:cNvSpPr>
            <a:spLocks xmlns:a="http://schemas.openxmlformats.org/drawingml/2006/main" noGrp="1"/>
          </p:cNvSpPr>
          <p:nvPr/>
        </p:nvSpPr>
        <p:spPr>
          <a:xfrm xmlns:a="http://schemas.openxmlformats.org/drawingml/2006/main">
            <a:off x="533400" y="323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563EB"/>
                </a:solidFill>
              </a:defRPr>
            </a:pPr>
            <a:r>
              <a:rPr sz="1200" b="1">
                <a:solidFill>
                  <a:srgbClr val="2563EB"/>
                </a:solidFill>
              </a:rPr>
              <a:t>SmartMobile</a:t>
            </a:r>
          </a:p>
        </p:txBody>
      </p:sp>
      <p:sp>
        <p:nvSpPr>
          <p:cNvPr id="2" name="">
            <a:extLst xmlns:a="http://schemas.openxmlformats.org/drawingml/2006/main">
              <a:ext uri="{FF2B5EF4-FFF2-40B4-BE49-F238E27FC236}">
                <a16:creationId xmlns:a16="http://schemas.microsoft.com/office/drawing/2014/main" id="{6D53B18C-DE3C-4C79-A394-FC6809622B89}"/>
              </a:ext>
            </a:extLst>
          </p:cNvPr>
          <p:cNvSpPr>
            <a:spLocks xmlns:a="http://schemas.openxmlformats.org/drawingml/2006/main" noGrp="1"/>
          </p:cNvSpPr>
          <p:nvPr/>
        </p:nvSpPr>
        <p:spPr>
          <a:xfrm xmlns:a="http://schemas.openxmlformats.org/drawingml/2006/main">
            <a:off x="533400" y="68580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1827"/>
                </a:solidFill>
              </a:defRPr>
            </a:pPr>
            <a:r>
              <a:rPr sz="2850" b="1">
                <a:solidFill>
                  <a:srgbClr val="111827"/>
                </a:solidFill>
              </a:rPr>
              <a:t>Kết quả đạt được và hướng phát triển</a:t>
            </a:r>
          </a:p>
        </p:txBody>
      </p:sp>
      <p:sp>
        <p:nvSpPr>
          <p:cNvPr id="3" name="">
            <a:extLst xmlns:a="http://schemas.openxmlformats.org/drawingml/2006/main">
              <a:ext uri="{FF2B5EF4-FFF2-40B4-BE49-F238E27FC236}">
                <a16:creationId xmlns:a16="http://schemas.microsoft.com/office/drawing/2014/main" id="{635F2CC2-D173-46B4-9344-1D5C26813F68}"/>
              </a:ext>
            </a:extLst>
          </p:cNvPr>
          <p:cNvSpPr>
            <a:spLocks xmlns:a="http://schemas.openxmlformats.org/drawingml/2006/main" noGrp="1"/>
          </p:cNvSpPr>
          <p:nvPr/>
        </p:nvSpPr>
        <p:spPr>
          <a:xfrm xmlns:a="http://schemas.openxmlformats.org/drawingml/2006/main">
            <a:off x="533400" y="1314450"/>
            <a:ext cx="1112520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sp>
      <p:sp>
        <p:nvSpPr>
          <p:cNvPr id="4" name="">
            <a:extLst xmlns:a="http://schemas.openxmlformats.org/drawingml/2006/main">
              <a:ext uri="{FF2B5EF4-FFF2-40B4-BE49-F238E27FC236}">
                <a16:creationId xmlns:a16="http://schemas.microsoft.com/office/drawing/2014/main" id="{CCF94941-AE28-4568-AE8D-390947ADE57A}"/>
              </a:ext>
            </a:extLst>
          </p:cNvPr>
          <p:cNvSpPr>
            <a:spLocks xmlns:a="http://schemas.openxmlformats.org/drawingml/2006/main" noGrp="1"/>
          </p:cNvSpPr>
          <p:nvPr/>
        </p:nvSpPr>
        <p:spPr>
          <a:xfrm xmlns:a="http://schemas.openxmlformats.org/drawingml/2006/main">
            <a:off x="762000" y="1752600"/>
            <a:ext cx="3143250" cy="3048000"/>
          </a:xfrm>
          <a:prstGeom xmlns:a="http://schemas.openxmlformats.org/drawingml/2006/main" prst="roundRect">
            <a:avLst>
              <a:gd name="adj" fmla="val 3750"/>
            </a:avLst>
          </a:prstGeom>
          <a:solidFill xmlns:a="http://schemas.openxmlformats.org/drawingml/2006/main">
            <a:srgbClr val="DCFCE7"/>
          </a:solidFill>
          <a:ln xmlns:a="http://schemas.openxmlformats.org/drawingml/2006/main" w="9525">
            <a:solidFill>
              <a:srgbClr val="BBF7D0"/>
            </a:solidFill>
            <a:prstDash val="solid"/>
          </a:ln>
        </p:spPr>
      </p:sp>
      <p:sp>
        <p:nvSpPr>
          <p:cNvPr id="5" name="">
            <a:extLst xmlns:a="http://schemas.openxmlformats.org/drawingml/2006/main">
              <a:ext uri="{FF2B5EF4-FFF2-40B4-BE49-F238E27FC236}">
                <a16:creationId xmlns:a16="http://schemas.microsoft.com/office/drawing/2014/main" id="{7D822D3C-51E0-4B51-8A41-A82C66C6BD15}"/>
              </a:ext>
            </a:extLst>
          </p:cNvPr>
          <p:cNvSpPr>
            <a:spLocks xmlns:a="http://schemas.openxmlformats.org/drawingml/2006/main" noGrp="1"/>
          </p:cNvSpPr>
          <p:nvPr/>
        </p:nvSpPr>
        <p:spPr>
          <a:xfrm xmlns:a="http://schemas.openxmlformats.org/drawingml/2006/main">
            <a:off x="4533900" y="1752600"/>
            <a:ext cx="3143250" cy="3048000"/>
          </a:xfrm>
          <a:prstGeom xmlns:a="http://schemas.openxmlformats.org/drawingml/2006/main" prst="roundRect">
            <a:avLst>
              <a:gd name="adj" fmla="val 3750"/>
            </a:avLst>
          </a:prstGeom>
          <a:solidFill xmlns:a="http://schemas.openxmlformats.org/drawingml/2006/main">
            <a:srgbClr val="F3F4F6"/>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C9696AE9-472B-4C13-ACD8-E6E4B508F210}"/>
              </a:ext>
            </a:extLst>
          </p:cNvPr>
          <p:cNvSpPr>
            <a:spLocks xmlns:a="http://schemas.openxmlformats.org/drawingml/2006/main" noGrp="1"/>
          </p:cNvSpPr>
          <p:nvPr/>
        </p:nvSpPr>
        <p:spPr>
          <a:xfrm xmlns:a="http://schemas.openxmlformats.org/drawingml/2006/main">
            <a:off x="8305800" y="1752600"/>
            <a:ext cx="3143250" cy="3048000"/>
          </a:xfrm>
          <a:prstGeom xmlns:a="http://schemas.openxmlformats.org/drawingml/2006/main" prst="roundRect">
            <a:avLst>
              <a:gd name="adj" fmla="val 3750"/>
            </a:avLst>
          </a:prstGeom>
          <a:solidFill xmlns:a="http://schemas.openxmlformats.org/drawingml/2006/main">
            <a:srgbClr val="DBEAFE"/>
          </a:solidFill>
          <a:ln xmlns:a="http://schemas.openxmlformats.org/drawingml/2006/main" w="9525">
            <a:solidFill>
              <a:srgbClr val="DBEAFE"/>
            </a:solidFill>
            <a:prstDash val="solid"/>
          </a:ln>
        </p:spPr>
      </p:sp>
      <p:sp>
        <p:nvSpPr>
          <p:cNvPr id="7" name="">
            <a:extLst xmlns:a="http://schemas.openxmlformats.org/drawingml/2006/main">
              <a:ext uri="{FF2B5EF4-FFF2-40B4-BE49-F238E27FC236}">
                <a16:creationId xmlns:a16="http://schemas.microsoft.com/office/drawing/2014/main" id="{21A266CE-24D6-4BE6-94C6-710B5C44A9DD}"/>
              </a:ext>
            </a:extLst>
          </p:cNvPr>
          <p:cNvSpPr>
            <a:spLocks xmlns:a="http://schemas.openxmlformats.org/drawingml/2006/main" noGrp="1"/>
          </p:cNvSpPr>
          <p:nvPr/>
        </p:nvSpPr>
        <p:spPr>
          <a:xfrm xmlns:a="http://schemas.openxmlformats.org/drawingml/2006/main">
            <a:off x="1066800" y="21145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111827"/>
                </a:solidFill>
              </a:defRPr>
            </a:pPr>
            <a:r>
              <a:rPr sz="2100" b="1">
                <a:solidFill>
                  <a:srgbClr val="111827"/>
                </a:solidFill>
              </a:rPr>
              <a:t>Đạt được</a:t>
            </a:r>
          </a:p>
        </p:txBody>
      </p:sp>
      <p:sp>
        <p:nvSpPr>
          <p:cNvPr id="8" name="">
            <a:extLst xmlns:a="http://schemas.openxmlformats.org/drawingml/2006/main">
              <a:ext uri="{FF2B5EF4-FFF2-40B4-BE49-F238E27FC236}">
                <a16:creationId xmlns:a16="http://schemas.microsoft.com/office/drawing/2014/main" id="{C1D9AC2E-12D2-4235-A688-C3B57A87E054}"/>
              </a:ext>
            </a:extLst>
          </p:cNvPr>
          <p:cNvSpPr>
            <a:spLocks xmlns:a="http://schemas.openxmlformats.org/drawingml/2006/main" noGrp="1"/>
          </p:cNvSpPr>
          <p:nvPr/>
        </p:nvSpPr>
        <p:spPr>
          <a:xfrm xmlns:a="http://schemas.openxmlformats.org/drawingml/2006/main">
            <a:off x="1066800" y="2743200"/>
            <a:ext cx="238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111827"/>
                </a:solidFill>
              </a:defRPr>
            </a:pPr>
            <a:r>
              <a:rPr sz="1500" b="0">
                <a:solidFill>
                  <a:srgbClr val="111827"/>
                </a:solidFill>
              </a:rPr>
              <a:t>• Có trang chủ và sản phẩm</a:t>
            </a:r>
          </a:p>
          <a:p xmlns:a="http://schemas.openxmlformats.org/drawingml/2006/main">
            <a:pPr algn="l">
              <a:defRPr sz="1500" b="0">
                <a:solidFill>
                  <a:srgbClr val="111827"/>
                </a:solidFill>
              </a:defRPr>
            </a:pPr>
            <a:r>
              <a:rPr sz="1500" b="0">
                <a:solidFill>
                  <a:srgbClr val="111827"/>
                </a:solidFill>
              </a:rPr>
              <a:t>• Có trang chi tiết riêng</a:t>
            </a:r>
          </a:p>
          <a:p xmlns:a="http://schemas.openxmlformats.org/drawingml/2006/main">
            <a:pPr algn="l">
              <a:defRPr sz="1500" b="0">
                <a:solidFill>
                  <a:srgbClr val="111827"/>
                </a:solidFill>
              </a:defRPr>
            </a:pPr>
            <a:r>
              <a:rPr sz="1500" b="0">
                <a:solidFill>
                  <a:srgbClr val="111827"/>
                </a:solidFill>
              </a:rPr>
              <a:t>• Có giỏ hàng cơ bản</a:t>
            </a:r>
          </a:p>
        </p:txBody>
      </p:sp>
      <p:sp>
        <p:nvSpPr>
          <p:cNvPr id="9" name="">
            <a:extLst xmlns:a="http://schemas.openxmlformats.org/drawingml/2006/main">
              <a:ext uri="{FF2B5EF4-FFF2-40B4-BE49-F238E27FC236}">
                <a16:creationId xmlns:a16="http://schemas.microsoft.com/office/drawing/2014/main" id="{C93AE569-D16A-4ACC-B263-6245527AC909}"/>
              </a:ext>
            </a:extLst>
          </p:cNvPr>
          <p:cNvSpPr>
            <a:spLocks xmlns:a="http://schemas.openxmlformats.org/drawingml/2006/main" noGrp="1"/>
          </p:cNvSpPr>
          <p:nvPr/>
        </p:nvSpPr>
        <p:spPr>
          <a:xfrm xmlns:a="http://schemas.openxmlformats.org/drawingml/2006/main">
            <a:off x="4838700" y="21145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111827"/>
                </a:solidFill>
              </a:defRPr>
            </a:pPr>
            <a:r>
              <a:rPr sz="2100" b="1">
                <a:solidFill>
                  <a:srgbClr val="111827"/>
                </a:solidFill>
              </a:rPr>
              <a:t>Hạn chế</a:t>
            </a:r>
          </a:p>
        </p:txBody>
      </p:sp>
      <p:sp>
        <p:nvSpPr>
          <p:cNvPr id="10" name="">
            <a:extLst xmlns:a="http://schemas.openxmlformats.org/drawingml/2006/main">
              <a:ext uri="{FF2B5EF4-FFF2-40B4-BE49-F238E27FC236}">
                <a16:creationId xmlns:a16="http://schemas.microsoft.com/office/drawing/2014/main" id="{C13B085A-6AB0-4C4B-BE34-BC2114C04306}"/>
              </a:ext>
            </a:extLst>
          </p:cNvPr>
          <p:cNvSpPr>
            <a:spLocks xmlns:a="http://schemas.openxmlformats.org/drawingml/2006/main" noGrp="1"/>
          </p:cNvSpPr>
          <p:nvPr/>
        </p:nvSpPr>
        <p:spPr>
          <a:xfrm xmlns:a="http://schemas.openxmlformats.org/drawingml/2006/main">
            <a:off x="4838700" y="2743200"/>
            <a:ext cx="238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111827"/>
                </a:solidFill>
              </a:defRPr>
            </a:pPr>
            <a:r>
              <a:rPr sz="1500" b="0">
                <a:solidFill>
                  <a:srgbClr val="111827"/>
                </a:solidFill>
              </a:rPr>
              <a:t>• Chưa có đăng nhập</a:t>
            </a:r>
          </a:p>
          <a:p xmlns:a="http://schemas.openxmlformats.org/drawingml/2006/main">
            <a:pPr algn="l">
              <a:defRPr sz="1500" b="0">
                <a:solidFill>
                  <a:srgbClr val="111827"/>
                </a:solidFill>
              </a:defRPr>
            </a:pPr>
            <a:r>
              <a:rPr sz="1500" b="0">
                <a:solidFill>
                  <a:srgbClr val="111827"/>
                </a:solidFill>
              </a:rPr>
              <a:t>• Chưa có cơ sở dữ liệu</a:t>
            </a:r>
          </a:p>
          <a:p xmlns:a="http://schemas.openxmlformats.org/drawingml/2006/main">
            <a:pPr algn="l">
              <a:defRPr sz="1500" b="0">
                <a:solidFill>
                  <a:srgbClr val="111827"/>
                </a:solidFill>
              </a:defRPr>
            </a:pPr>
            <a:r>
              <a:rPr sz="1500" b="0">
                <a:solidFill>
                  <a:srgbClr val="111827"/>
                </a:solidFill>
              </a:rPr>
              <a:t>• Thanh toán chỉ là mô phỏng</a:t>
            </a:r>
          </a:p>
        </p:txBody>
      </p:sp>
      <p:sp>
        <p:nvSpPr>
          <p:cNvPr id="11" name="">
            <a:extLst xmlns:a="http://schemas.openxmlformats.org/drawingml/2006/main">
              <a:ext uri="{FF2B5EF4-FFF2-40B4-BE49-F238E27FC236}">
                <a16:creationId xmlns:a16="http://schemas.microsoft.com/office/drawing/2014/main" id="{2CC0E60B-C354-47C8-926C-36C98249E6A2}"/>
              </a:ext>
            </a:extLst>
          </p:cNvPr>
          <p:cNvSpPr>
            <a:spLocks xmlns:a="http://schemas.openxmlformats.org/drawingml/2006/main" noGrp="1"/>
          </p:cNvSpPr>
          <p:nvPr/>
        </p:nvSpPr>
        <p:spPr>
          <a:xfrm xmlns:a="http://schemas.openxmlformats.org/drawingml/2006/main">
            <a:off x="8610600" y="21145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111827"/>
                </a:solidFill>
              </a:defRPr>
            </a:pPr>
            <a:r>
              <a:rPr sz="2100" b="1">
                <a:solidFill>
                  <a:srgbClr val="111827"/>
                </a:solidFill>
              </a:rPr>
              <a:t>Phát triển</a:t>
            </a:r>
          </a:p>
        </p:txBody>
      </p:sp>
      <p:sp>
        <p:nvSpPr>
          <p:cNvPr id="12" name="">
            <a:extLst xmlns:a="http://schemas.openxmlformats.org/drawingml/2006/main">
              <a:ext uri="{FF2B5EF4-FFF2-40B4-BE49-F238E27FC236}">
                <a16:creationId xmlns:a16="http://schemas.microsoft.com/office/drawing/2014/main" id="{F48E7941-A92F-4F88-ACDB-8E3F8BB673A9}"/>
              </a:ext>
            </a:extLst>
          </p:cNvPr>
          <p:cNvSpPr>
            <a:spLocks xmlns:a="http://schemas.openxmlformats.org/drawingml/2006/main" noGrp="1"/>
          </p:cNvSpPr>
          <p:nvPr/>
        </p:nvSpPr>
        <p:spPr>
          <a:xfrm xmlns:a="http://schemas.openxmlformats.org/drawingml/2006/main">
            <a:off x="8610600" y="2743200"/>
            <a:ext cx="238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111827"/>
                </a:solidFill>
              </a:defRPr>
            </a:pPr>
            <a:r>
              <a:rPr sz="1500" b="0">
                <a:solidFill>
                  <a:srgbClr val="111827"/>
                </a:solidFill>
              </a:rPr>
              <a:t>• Thêm tìm kiếm sản phẩm</a:t>
            </a:r>
          </a:p>
          <a:p xmlns:a="http://schemas.openxmlformats.org/drawingml/2006/main">
            <a:pPr algn="l">
              <a:defRPr sz="1500" b="0">
                <a:solidFill>
                  <a:srgbClr val="111827"/>
                </a:solidFill>
              </a:defRPr>
            </a:pPr>
            <a:r>
              <a:rPr sz="1500" b="0">
                <a:solidFill>
                  <a:srgbClr val="111827"/>
                </a:solidFill>
              </a:rPr>
              <a:t>• Thêm form đặt hàng</a:t>
            </a:r>
          </a:p>
          <a:p xmlns:a="http://schemas.openxmlformats.org/drawingml/2006/main">
            <a:pPr algn="l">
              <a:defRPr sz="1500" b="0">
                <a:solidFill>
                  <a:srgbClr val="111827"/>
                </a:solidFill>
              </a:defRPr>
            </a:pPr>
            <a:r>
              <a:rPr sz="1500" b="0">
                <a:solidFill>
                  <a:srgbClr val="111827"/>
                </a:solidFill>
              </a:rPr>
              <a:t>• Kết nối backend khi học nâng cao</a:t>
            </a:r>
          </a:p>
        </p:txBody>
      </p:sp>
      <p:sp>
        <p:nvSpPr>
          <p:cNvPr id="13" name="">
            <a:extLst xmlns:a="http://schemas.openxmlformats.org/drawingml/2006/main">
              <a:ext uri="{FF2B5EF4-FFF2-40B4-BE49-F238E27FC236}">
                <a16:creationId xmlns:a16="http://schemas.microsoft.com/office/drawing/2014/main" id="{B83E0F11-3CB9-4130-870C-1AAB169AE44F}"/>
              </a:ext>
            </a:extLst>
          </p:cNvPr>
          <p:cNvSpPr>
            <a:spLocks xmlns:a="http://schemas.openxmlformats.org/drawingml/2006/main" noGrp="1"/>
          </p:cNvSpPr>
          <p:nvPr/>
        </p:nvSpPr>
        <p:spPr>
          <a:xfrm xmlns:a="http://schemas.openxmlformats.org/drawingml/2006/main">
            <a:off x="1181100" y="546735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2563EB"/>
                </a:solidFill>
              </a:defRPr>
            </a:pPr>
            <a:r>
              <a:rPr sz="1950" b="1">
                <a:solidFill>
                  <a:srgbClr val="2563EB"/>
                </a:solidFill>
              </a:rPr>
              <a:t>Tổng kết: dự án đáp ứng yêu cầu website bán hàng cơ bản và đủ nội dung để thuyết trình.</a:t>
            </a:r>
          </a:p>
        </p:txBody>
      </p:sp>
      <p:sp>
        <p:nvSpPr>
          <p:cNvPr id="14" name="">
            <a:extLst xmlns:a="http://schemas.openxmlformats.org/drawingml/2006/main">
              <a:ext uri="{FF2B5EF4-FFF2-40B4-BE49-F238E27FC236}">
                <a16:creationId xmlns:a16="http://schemas.microsoft.com/office/drawing/2014/main" id="{0E1DBD6C-9855-4DE6-80F1-6311E9B3CFF2}"/>
              </a:ext>
            </a:extLst>
          </p:cNvPr>
          <p:cNvSpPr>
            <a:spLocks xmlns:a="http://schemas.openxmlformats.org/drawingml/2006/main" noGrp="1"/>
          </p:cNvSpPr>
          <p:nvPr/>
        </p:nvSpPr>
        <p:spPr>
          <a:xfrm xmlns:a="http://schemas.openxmlformats.org/drawingml/2006/main">
            <a:off x="11125200" y="6248400"/>
            <a:ext cx="53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4B5563"/>
                </a:solidFill>
              </a:defRPr>
            </a:pPr>
            <a:r>
              <a:rPr sz="1200" b="1">
                <a:solidFill>
                  <a:srgbClr val="4B5563"/>
                </a:solidFill>
              </a:rPr>
              <a:t>09</a:t>
            </a:r>
          </a:p>
        </p:txBody>
      </p:sp>
    </p:spTree>
    <p:extLst>
      <p:ext uri="{BB962C8B-B14F-4D97-AF65-F5344CB8AC3E}">
        <p14:creationId xmlns:p14="http://schemas.microsoft.com/office/powerpoint/2010/main" val="16908932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2026-07-16T03:33:33.8660000Z</dcterms:created>
  <dcterms:modified xsi:type="dcterms:W3CDTF">2026-07-16T03:33:33.8660000Z</dcterms:modified>
</coreProperties>
</file>