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14724762db43ef" /><Relationship Type="http://schemas.openxmlformats.org/officeDocument/2006/relationships/extended-properties" Target="/docProps/app.xml" Id="Rd534af4b82414602" /><Relationship Type="http://schemas.openxmlformats.org/officeDocument/2006/relationships/officeDocument" Target="/ppt/presentation.xml" Id="R80626bd08aa64202" /></Relationships>
</file>

<file path=ppt/presentation.xml><?xml version="1.0" encoding="utf-8"?>
<p:presentation xmlns:p="http://schemas.openxmlformats.org/presentationml/2006/main">
  <p:sldMasterIdLst>
    <p:sldMasterId xmlns:r="http://schemas.openxmlformats.org/officeDocument/2006/relationships" id="2147483648" r:id="Rbcbedd9e2d244f78"/>
  </p:sldMasterIdLst>
  <p:notesMasterIdLst>
    <p:notesMasterId xmlns:r="http://schemas.openxmlformats.org/officeDocument/2006/relationships" r:id="R49a7636bbed043a6"/>
  </p:notesMasterIdLst>
  <p:sldIdLst>
    <p:sldId xmlns:r="http://schemas.openxmlformats.org/officeDocument/2006/relationships" id="256" r:id="Rf088fce10f1f4767"/>
    <p:sldId xmlns:r="http://schemas.openxmlformats.org/officeDocument/2006/relationships" id="257" r:id="Ra8d8edffd8c046ed"/>
    <p:sldId xmlns:r="http://schemas.openxmlformats.org/officeDocument/2006/relationships" id="258" r:id="R1d94769c85f64dab"/>
    <p:sldId xmlns:r="http://schemas.openxmlformats.org/officeDocument/2006/relationships" id="259" r:id="R68e9f80a139d47e0"/>
    <p:sldId xmlns:r="http://schemas.openxmlformats.org/officeDocument/2006/relationships" id="260" r:id="R9934127e8d214f34"/>
    <p:sldId xmlns:r="http://schemas.openxmlformats.org/officeDocument/2006/relationships" id="261" r:id="R70edac41e67a43c1"/>
    <p:sldId xmlns:r="http://schemas.openxmlformats.org/officeDocument/2006/relationships" id="262" r:id="R64c83554dd7240b3"/>
    <p:sldId xmlns:r="http://schemas.openxmlformats.org/officeDocument/2006/relationships" id="263" r:id="Rdec03bf29a5c40a2"/>
    <p:sldId xmlns:r="http://schemas.openxmlformats.org/officeDocument/2006/relationships" id="264" r:id="Rf1812c4d291c45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ac3f78b89c4c9a" /><Relationship Type="http://schemas.openxmlformats.org/officeDocument/2006/relationships/slideMaster" Target="/ppt/slideMasters/slideMaster1.xml" Id="Rbcbedd9e2d244f78" /><Relationship Type="http://schemas.openxmlformats.org/officeDocument/2006/relationships/notesMaster" Target="/ppt/notesMasters/notesMaster1.xml" Id="R49a7636bbed043a6" /><Relationship Type="http://schemas.openxmlformats.org/officeDocument/2006/relationships/presProps" Target="/ppt/presProps.xml" Id="Re898d41982ae4735" /><Relationship Type="http://schemas.openxmlformats.org/officeDocument/2006/relationships/tableStyles" Target="/ppt/tableStyles.xml" Id="Rfbcbb14523c54caa" /><Relationship Type="http://schemas.openxmlformats.org/officeDocument/2006/relationships/slide" Target="/ppt/slides/slide1.xml" Id="Rf088fce10f1f4767" /><Relationship Type="http://schemas.openxmlformats.org/officeDocument/2006/relationships/slide" Target="/ppt/slides/slide2.xml" Id="Ra8d8edffd8c046ed" /><Relationship Type="http://schemas.openxmlformats.org/officeDocument/2006/relationships/slide" Target="/ppt/slides/slide3.xml" Id="R1d94769c85f64dab" /><Relationship Type="http://schemas.openxmlformats.org/officeDocument/2006/relationships/slide" Target="/ppt/slides/slide4.xml" Id="R68e9f80a139d47e0" /><Relationship Type="http://schemas.openxmlformats.org/officeDocument/2006/relationships/slide" Target="/ppt/slides/slide5.xml" Id="R9934127e8d214f34" /><Relationship Type="http://schemas.openxmlformats.org/officeDocument/2006/relationships/slide" Target="/ppt/slides/slide6.xml" Id="R70edac41e67a43c1" /><Relationship Type="http://schemas.openxmlformats.org/officeDocument/2006/relationships/slide" Target="/ppt/slides/slide7.xml" Id="R64c83554dd7240b3" /><Relationship Type="http://schemas.openxmlformats.org/officeDocument/2006/relationships/slide" Target="/ppt/slides/slide8.xml" Id="Rdec03bf29a5c40a2" /><Relationship Type="http://schemas.openxmlformats.org/officeDocument/2006/relationships/slide" Target="/ppt/slides/slide9.xml" Id="Rf1812c4d291c45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f7833e9cb64c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c99a0aa7c84cdb" /><Relationship Type="http://schemas.openxmlformats.org/officeDocument/2006/relationships/notesMaster" Target="/ppt/notesMasters/notesMaster1.xml" Id="R4608bc0f97f448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33e9a43d514698" /><Relationship Type="http://schemas.openxmlformats.org/officeDocument/2006/relationships/notesMaster" Target="/ppt/notesMasters/notesMaster1.xml" Id="Ra3495c6aa7ea4a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1af4c7c1ec46cb" /><Relationship Type="http://schemas.openxmlformats.org/officeDocument/2006/relationships/notesMaster" Target="/ppt/notesMasters/notesMaster1.xml" Id="Rea41e64c85014a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18e9d31a11463a" /><Relationship Type="http://schemas.openxmlformats.org/officeDocument/2006/relationships/notesMaster" Target="/ppt/notesMasters/notesMaster1.xml" Id="R711918ab215247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8d93d1ce664267" /><Relationship Type="http://schemas.openxmlformats.org/officeDocument/2006/relationships/notesMaster" Target="/ppt/notesMasters/notesMaster1.xml" Id="R5deb1f706a8848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cebd6afbcb4453" /><Relationship Type="http://schemas.openxmlformats.org/officeDocument/2006/relationships/notesMaster" Target="/ppt/notesMasters/notesMaster1.xml" Id="Reb7273b6f82c4f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c9686821384a90" /><Relationship Type="http://schemas.openxmlformats.org/officeDocument/2006/relationships/notesMaster" Target="/ppt/notesMasters/notesMaster1.xml" Id="R554b38795ed441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e319d87fc34dc2" /><Relationship Type="http://schemas.openxmlformats.org/officeDocument/2006/relationships/notesMaster" Target="/ppt/notesMasters/notesMaster1.xml" Id="R02456aae3e5c45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639bfd1c8b41bc" /><Relationship Type="http://schemas.openxmlformats.org/officeDocument/2006/relationships/notesMaster" Target="/ppt/notesMasters/notesMaster1.xml" Id="R988b01655b574f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Dự án hiện tại do một sinh viên thực hiện. Không trình bày bảng phân công nhóm. MSSV 2500016989, lớp học phần 25DTH1C, năm học 2026, giảng viên Bùi Duy Tân đã được xác nhận; học kỳ chưa được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chụp bản chạy thật tại localhost:5180. Nguồn ảnh: kết quả kiểm tra dự án trong phiên triển khai. Ảnh sản phẩm gốc chưa được xác minh giấy phép công khai.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mở Products/Details/iphone17pro256: Controller tìm sản phẩm bằng slug trong SQL và truyền Model cho Razor. ID sai trả 404. Dùng DI cấp DbContext theo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Database demo SmartMobileStore_Dev có ba danh mục và 16 sản phẩm. Database test tách riêng. Không dùng localStorage làm nguồn giá, tài khoản hoặc đơn hàng.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Ẩn nút không đủ để bảo vệ admin. Mỗi controller admin có Authorize Roles Admin; đơn của User được lọc theo UserId. Form POST dùng CSRF. Tin tức và đánh giá vẫn là nội dung minh họa.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Trạng thái: Pending, Confirmed, Shipping, Completed. Pending/Confirmed được Cancelled. Không nhận giá client làm giá chuẩn. Khi có xung đột, kiểm tra đơn trước khi thử lại. COD và phí giao hàng 0 đồng chỉ là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từ dotnet test và TEST_REPORT. Không coi EF InMemory là bằng chứng transaction SQL. Publish và MSBuild Visual Studio đã thành công. Đã mở solution và chạy F5 trực tiếp, localhost trả HTTP 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Tạo admin bằng lệnh tương tác trong README. Không đưa mật khẩu vào slide. Chuẩn bị dữ liệu người nhận giả. Nếu website cổng 5180 đang chạy từ terminal thì dừng phiên đó trước khi F5.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Giỏ RAM mất khi restart, dữ liệu nghiệp vụ SQL vẫn còn. Sao lưu ảnh uploads cùng database. Nguồn: README, docs/ARCHITECTURE.md, FEATURES.md, TEST_REPORT.md, LEARNING_GUIDE.md của dự án. Microsoft Learn là tài liệu học thêm, không phải xác nhận yêu cầu thầy.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3c87f9f21b48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0c4a96fe3145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a126bbf3ab74e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7cf5cb4a4b4a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620b2d42a74b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48645715e7f43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F4316E-CAE4-4620-A3BD-827327AAAD0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7F6B2D9-28DE-4289-84CC-85FDF3E33F4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693D13-9637-4487-92ED-A205D8496F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6646CE-8405-4C56-B3F3-F00AB28DDE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B6CC119-935F-47AD-8741-585C108EEC0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0F97F4-802C-48E6-8504-465CAA4129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6A6C82-A57C-4D3D-8A90-EC45D772C7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01A17A-47F3-4205-905C-2A4CCF0B557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5A486A-2262-4BA3-B85C-23A45C8F96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DB32BC-2BA7-4F1C-8B8C-4C68D2DFA8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410d84adef4443" /><Relationship Type="http://schemas.openxmlformats.org/officeDocument/2006/relationships/slideLayout" Target="/ppt/slideLayouts/slideLayout1.xml" Id="R50a72f98ddea4aba" /><Relationship Type="http://schemas.openxmlformats.org/officeDocument/2006/relationships/slideLayout" Target="/ppt/slideLayouts/slideLayout2.xml" Id="R2f8425f076bc4e57" /><Relationship Type="http://schemas.openxmlformats.org/officeDocument/2006/relationships/slideLayout" Target="/ppt/slideLayouts/slideLayout3.xml" Id="R1a44aa754475407c" /><Relationship Type="http://schemas.openxmlformats.org/officeDocument/2006/relationships/slideLayout" Target="/ppt/slideLayouts/slideLayout4.xml" Id="Rdf5eaa50ac8e4dfd" /><Relationship Type="http://schemas.openxmlformats.org/officeDocument/2006/relationships/slideLayout" Target="/ppt/slideLayouts/slideLayout5.xml" Id="R0f3a280691794bbf" /><Relationship Type="http://schemas.openxmlformats.org/officeDocument/2006/relationships/slideLayout" Target="/ppt/slideLayouts/slideLayout6.xml" Id="R0d618e10635043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a72f98ddea4aba"/>
    <p:sldLayoutId xmlns:r="http://schemas.openxmlformats.org/officeDocument/2006/relationships" id="2147483650" r:id="R2f8425f076bc4e57"/>
    <p:sldLayoutId xmlns:r="http://schemas.openxmlformats.org/officeDocument/2006/relationships" id="2147483651" r:id="R1a44aa754475407c"/>
    <p:sldLayoutId xmlns:r="http://schemas.openxmlformats.org/officeDocument/2006/relationships" id="2147483652" r:id="Rdf5eaa50ac8e4dfd"/>
    <p:sldLayoutId xmlns:r="http://schemas.openxmlformats.org/officeDocument/2006/relationships" id="2147483653" r:id="R0f3a280691794bbf"/>
    <p:sldLayoutId xmlns:r="http://schemas.openxmlformats.org/officeDocument/2006/relationships" id="2147483654" r:id="R0d618e10635043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67b755e3254579" /><Relationship Type="http://schemas.openxmlformats.org/officeDocument/2006/relationships/notesSlide" Target="/ppt/notesSlides/notesSlide1.xml" Id="Rcd037ed3d25548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2f39e4ce12d4a1a" /><Relationship Type="http://schemas.openxmlformats.org/officeDocument/2006/relationships/image" Target="/ppt/media/image.jpeg" Id="Rba2577ff4e084230" /><Relationship Type="http://schemas.openxmlformats.org/officeDocument/2006/relationships/notesSlide" Target="/ppt/notesSlides/notesSlide2.xml" Id="R3ef5173ce02047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a69456a60ce43ad" /><Relationship Type="http://schemas.openxmlformats.org/officeDocument/2006/relationships/notesSlide" Target="/ppt/notesSlides/notesSlide3.xml" Id="R65987f77a4e149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c3dc8f9c0344752" /><Relationship Type="http://schemas.openxmlformats.org/officeDocument/2006/relationships/notesSlide" Target="/ppt/notesSlides/notesSlide4.xml" Id="R65d6437dad6643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aec096f7ecd4f86" /><Relationship Type="http://schemas.openxmlformats.org/officeDocument/2006/relationships/notesSlide" Target="/ppt/notesSlides/notesSlide5.xml" Id="R821f588794be49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4985591351a4942" /><Relationship Type="http://schemas.openxmlformats.org/officeDocument/2006/relationships/notesSlide" Target="/ppt/notesSlides/notesSlide6.xml" Id="Rbe851a99643741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1f1cb47ec7c4b5a" /><Relationship Type="http://schemas.openxmlformats.org/officeDocument/2006/relationships/notesSlide" Target="/ppt/notesSlides/notesSlide7.xml" Id="R3b10141a3b8847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7feef5193c5456a" /><Relationship Type="http://schemas.openxmlformats.org/officeDocument/2006/relationships/notesSlide" Target="/ppt/notesSlides/notesSlide8.xml" Id="Recc1ada1abdb4f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118f3e6c2c44f8" /><Relationship Type="http://schemas.openxmlformats.org/officeDocument/2006/relationships/notesSlide" Target="/ppt/notesSlides/notesSlide9.xml" Id="Rc43b44c3c6fb41e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306D27-EBD0-4783-9896-5B29229015AC}"/>
              </a:ext>
            </a:extLst>
          </p:cNvPr>
          <p:cNvSpPr>
            <a:spLocks xmlns:a="http://schemas.openxmlformats.org/drawingml/2006/main" noGrp="1"/>
          </p:cNvSpPr>
          <p:nvPr/>
        </p:nvSpPr>
        <p:spPr>
          <a:xfrm xmlns:a="http://schemas.openxmlformats.org/drawingml/2006/main">
            <a:off x="609600" y="30480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563EB"/>
                </a:solidFill>
                <a:latin typeface="Arial"/>
                <a:ea typeface="Arial"/>
                <a:cs typeface="Arial"/>
              </a:defRPr>
            </a:defPPr>
            <a:lvl1pPr>
              <a:defRPr sz="1275" b="1">
                <a:solidFill>
                  <a:srgbClr val="2563EB"/>
                </a:solidFill>
                <a:latin typeface="Arial"/>
                <a:ea typeface="Arial"/>
                <a:cs typeface="Arial"/>
              </a:defRPr>
            </a:lvl1pPr>
            <a:lvl2pPr>
              <a:defRPr sz="1275" b="1">
                <a:solidFill>
                  <a:srgbClr val="2563EB"/>
                </a:solidFill>
                <a:latin typeface="Arial"/>
                <a:ea typeface="Arial"/>
                <a:cs typeface="Arial"/>
              </a:defRPr>
            </a:lvl2pPr>
            <a:lvl3pPr>
              <a:defRPr sz="1275" b="1">
                <a:solidFill>
                  <a:srgbClr val="2563EB"/>
                </a:solidFill>
                <a:latin typeface="Arial"/>
                <a:ea typeface="Arial"/>
                <a:cs typeface="Arial"/>
              </a:defRPr>
            </a:lvl3pPr>
            <a:lvl4pPr>
              <a:defRPr sz="1275" b="1">
                <a:solidFill>
                  <a:srgbClr val="2563EB"/>
                </a:solidFill>
                <a:latin typeface="Arial"/>
                <a:ea typeface="Arial"/>
                <a:cs typeface="Arial"/>
              </a:defRPr>
            </a:lvl4pPr>
            <a:lvl5pPr>
              <a:defRPr sz="1275" b="1">
                <a:solidFill>
                  <a:srgbClr val="2563EB"/>
                </a:solidFill>
                <a:latin typeface="Arial"/>
                <a:ea typeface="Arial"/>
                <a:cs typeface="Arial"/>
              </a:defRPr>
            </a:lvl5pPr>
            <a:lvl6pPr>
              <a:defRPr sz="1275" b="1">
                <a:solidFill>
                  <a:srgbClr val="2563EB"/>
                </a:solidFill>
                <a:latin typeface="Arial"/>
                <a:ea typeface="Arial"/>
                <a:cs typeface="Arial"/>
              </a:defRPr>
            </a:lvl6pPr>
            <a:lvl7pPr>
              <a:defRPr sz="1275" b="1">
                <a:solidFill>
                  <a:srgbClr val="2563EB"/>
                </a:solidFill>
                <a:latin typeface="Arial"/>
                <a:ea typeface="Arial"/>
                <a:cs typeface="Arial"/>
              </a:defRPr>
            </a:lvl7pPr>
            <a:lvl8pPr>
              <a:defRPr sz="1275" b="1">
                <a:solidFill>
                  <a:srgbClr val="2563EB"/>
                </a:solidFill>
                <a:latin typeface="Arial"/>
                <a:ea typeface="Arial"/>
                <a:cs typeface="Arial"/>
              </a:defRPr>
            </a:lvl8pPr>
            <a:lvl9pPr>
              <a:defRPr sz="1275" b="1">
                <a:solidFill>
                  <a:srgbClr val="2563EB"/>
                </a:solidFill>
                <a:latin typeface="Arial"/>
                <a:ea typeface="Arial"/>
                <a:cs typeface="Arial"/>
              </a:defRPr>
            </a:lvl9pPr>
          </a:lstStyle>
          <a:p xmlns:a="http://schemas.openxmlformats.org/drawingml/2006/main">
            <a:pPr>
              <a:defRPr sz="1275" b="1">
                <a:solidFill>
                  <a:srgbClr val="2563EB"/>
                </a:solidFill>
                <a:latin typeface="Arial"/>
                <a:ea typeface="Arial"/>
                <a:cs typeface="Arial"/>
              </a:defRPr>
            </a:pPr>
            <a:r>
              <a:rPr sz="1275" b="1">
                <a:solidFill>
                  <a:srgbClr val="2563EB"/>
                </a:solidFill>
                <a:latin typeface="Arial"/>
                <a:ea typeface="Arial"/>
                <a:cs typeface="Arial"/>
              </a:rPr>
              <a:t>SMARTMOBILE STORE</a:t>
            </a:r>
          </a:p>
        </p:txBody>
      </p:sp>
      <p:sp>
        <p:nvSpPr>
          <p:cNvPr id="2" name="">
            <a:extLst xmlns:a="http://schemas.openxmlformats.org/drawingml/2006/main">
              <a:ext uri="{FF2B5EF4-FFF2-40B4-BE49-F238E27FC236}">
                <a16:creationId xmlns:a16="http://schemas.microsoft.com/office/drawing/2014/main" id="{682E09D3-FEF7-4D12-80D9-4A18DABA9F6F}"/>
              </a:ext>
            </a:extLst>
          </p:cNvPr>
          <p:cNvSpPr>
            <a:spLocks xmlns:a="http://schemas.openxmlformats.org/drawingml/2006/main" noGrp="1"/>
          </p:cNvSpPr>
          <p:nvPr/>
        </p:nvSpPr>
        <p:spPr>
          <a:xfrm xmlns:a="http://schemas.openxmlformats.org/drawingml/2006/main">
            <a:off x="609600" y="8763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Website bán điện thoại và đồng hồ</a:t>
            </a:r>
          </a:p>
        </p:txBody>
      </p:sp>
      <p:sp>
        <p:nvSpPr>
          <p:cNvPr id="3" name="">
            <a:extLst xmlns:a="http://schemas.openxmlformats.org/drawingml/2006/main">
              <a:ext uri="{FF2B5EF4-FFF2-40B4-BE49-F238E27FC236}">
                <a16:creationId xmlns:a16="http://schemas.microsoft.com/office/drawing/2014/main" id="{423B6656-EA14-4893-88B5-F72B592871BC}"/>
              </a:ext>
            </a:extLst>
          </p:cNvPr>
          <p:cNvSpPr>
            <a:spLocks xmlns:a="http://schemas.openxmlformats.org/drawingml/2006/main" noGrp="1"/>
          </p:cNvSpPr>
          <p:nvPr/>
        </p:nvSpPr>
        <p:spPr>
          <a:xfrm xmlns:a="http://schemas.openxmlformats.org/drawingml/2006/main">
            <a:off x="609600" y="63436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Lê Ngọc Thuận · Dự án cá nhân</a:t>
            </a:r>
          </a:p>
        </p:txBody>
      </p:sp>
      <p:sp>
        <p:nvSpPr>
          <p:cNvPr id="4" name="">
            <a:extLst xmlns:a="http://schemas.openxmlformats.org/drawingml/2006/main">
              <a:ext uri="{FF2B5EF4-FFF2-40B4-BE49-F238E27FC236}">
                <a16:creationId xmlns:a16="http://schemas.microsoft.com/office/drawing/2014/main" id="{C3C0FC96-C205-457B-B484-6059ACD6213C}"/>
              </a:ext>
            </a:extLst>
          </p:cNvPr>
          <p:cNvSpPr>
            <a:spLocks xmlns:a="http://schemas.openxmlformats.org/drawingml/2006/main" noGrp="1"/>
          </p:cNvSpPr>
          <p:nvPr/>
        </p:nvSpPr>
        <p:spPr>
          <a:xfrm xmlns:a="http://schemas.openxmlformats.org/drawingml/2006/main">
            <a:off x="1104900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B922070-73AF-40AC-AECF-8CAF89C9FE35}"/>
              </a:ext>
            </a:extLst>
          </p:cNvPr>
          <p:cNvSpPr>
            <a:spLocks xmlns:a="http://schemas.openxmlformats.org/drawingml/2006/main" noGrp="1"/>
          </p:cNvSpPr>
          <p:nvPr/>
        </p:nvSpPr>
        <p:spPr>
          <a:xfrm xmlns:a="http://schemas.openxmlformats.org/drawingml/2006/main">
            <a:off x="609600" y="22860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2563EB"/>
                </a:solidFill>
                <a:latin typeface="Arial"/>
                <a:ea typeface="Arial"/>
                <a:cs typeface="Arial"/>
              </a:defRPr>
            </a:defPPr>
            <a:lvl1pPr>
              <a:defRPr sz="2925" b="1">
                <a:solidFill>
                  <a:srgbClr val="2563EB"/>
                </a:solidFill>
                <a:latin typeface="Arial"/>
                <a:ea typeface="Arial"/>
                <a:cs typeface="Arial"/>
              </a:defRPr>
            </a:lvl1pPr>
            <a:lvl2pPr>
              <a:defRPr sz="2925" b="1">
                <a:solidFill>
                  <a:srgbClr val="2563EB"/>
                </a:solidFill>
                <a:latin typeface="Arial"/>
                <a:ea typeface="Arial"/>
                <a:cs typeface="Arial"/>
              </a:defRPr>
            </a:lvl2pPr>
            <a:lvl3pPr>
              <a:defRPr sz="2925" b="1">
                <a:solidFill>
                  <a:srgbClr val="2563EB"/>
                </a:solidFill>
                <a:latin typeface="Arial"/>
                <a:ea typeface="Arial"/>
                <a:cs typeface="Arial"/>
              </a:defRPr>
            </a:lvl3pPr>
            <a:lvl4pPr>
              <a:defRPr sz="2925" b="1">
                <a:solidFill>
                  <a:srgbClr val="2563EB"/>
                </a:solidFill>
                <a:latin typeface="Arial"/>
                <a:ea typeface="Arial"/>
                <a:cs typeface="Arial"/>
              </a:defRPr>
            </a:lvl4pPr>
            <a:lvl5pPr>
              <a:defRPr sz="2925" b="1">
                <a:solidFill>
                  <a:srgbClr val="2563EB"/>
                </a:solidFill>
                <a:latin typeface="Arial"/>
                <a:ea typeface="Arial"/>
                <a:cs typeface="Arial"/>
              </a:defRPr>
            </a:lvl5pPr>
            <a:lvl6pPr>
              <a:defRPr sz="2925" b="1">
                <a:solidFill>
                  <a:srgbClr val="2563EB"/>
                </a:solidFill>
                <a:latin typeface="Arial"/>
                <a:ea typeface="Arial"/>
                <a:cs typeface="Arial"/>
              </a:defRPr>
            </a:lvl6pPr>
            <a:lvl7pPr>
              <a:defRPr sz="2925" b="1">
                <a:solidFill>
                  <a:srgbClr val="2563EB"/>
                </a:solidFill>
                <a:latin typeface="Arial"/>
                <a:ea typeface="Arial"/>
                <a:cs typeface="Arial"/>
              </a:defRPr>
            </a:lvl7pPr>
            <a:lvl8pPr>
              <a:defRPr sz="2925" b="1">
                <a:solidFill>
                  <a:srgbClr val="2563EB"/>
                </a:solidFill>
                <a:latin typeface="Arial"/>
                <a:ea typeface="Arial"/>
                <a:cs typeface="Arial"/>
              </a:defRPr>
            </a:lvl8pPr>
            <a:lvl9pPr>
              <a:defRPr sz="2925" b="1">
                <a:solidFill>
                  <a:srgbClr val="2563EB"/>
                </a:solidFill>
                <a:latin typeface="Arial"/>
                <a:ea typeface="Arial"/>
                <a:cs typeface="Arial"/>
              </a:defRPr>
            </a:lvl9pPr>
          </a:lstStyle>
          <a:p xmlns:a="http://schemas.openxmlformats.org/drawingml/2006/main">
            <a:pPr>
              <a:defRPr sz="2925" b="1">
                <a:solidFill>
                  <a:srgbClr val="2563EB"/>
                </a:solidFill>
                <a:latin typeface="Arial"/>
                <a:ea typeface="Arial"/>
                <a:cs typeface="Arial"/>
              </a:defRPr>
            </a:pPr>
            <a:r>
              <a:rPr sz="2925" b="1">
                <a:solidFill>
                  <a:srgbClr val="2563EB"/>
                </a:solidFill>
                <a:latin typeface="Arial"/>
                <a:ea typeface="Arial"/>
                <a:cs typeface="Arial"/>
              </a:rPr>
              <a:t>ASP.NET Core MVC và SQL Server</a:t>
            </a:r>
          </a:p>
        </p:txBody>
      </p:sp>
      <p:sp>
        <p:nvSpPr>
          <p:cNvPr id="6" name="">
            <a:extLst xmlns:a="http://schemas.openxmlformats.org/drawingml/2006/main">
              <a:ext uri="{FF2B5EF4-FFF2-40B4-BE49-F238E27FC236}">
                <a16:creationId xmlns:a16="http://schemas.microsoft.com/office/drawing/2014/main" id="{E3B9BC56-181F-458F-83A3-1F901D7FE21D}"/>
              </a:ext>
            </a:extLst>
          </p:cNvPr>
          <p:cNvSpPr>
            <a:spLocks xmlns:a="http://schemas.openxmlformats.org/drawingml/2006/main" noGrp="1"/>
          </p:cNvSpPr>
          <p:nvPr/>
        </p:nvSpPr>
        <p:spPr>
          <a:xfrm xmlns:a="http://schemas.openxmlformats.org/drawingml/2006/main">
            <a:off x="609600" y="3333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vl1pPr>
              <a:defRPr sz="2025" b="0">
                <a:solidFill>
                  <a:srgbClr val="233247"/>
                </a:solidFill>
                <a:latin typeface="Arial"/>
                <a:ea typeface="Arial"/>
                <a:cs typeface="Arial"/>
              </a:defRPr>
            </a:lvl1pPr>
            <a:lvl2pPr>
              <a:defRPr sz="2025" b="0">
                <a:solidFill>
                  <a:srgbClr val="233247"/>
                </a:solidFill>
                <a:latin typeface="Arial"/>
                <a:ea typeface="Arial"/>
                <a:cs typeface="Arial"/>
              </a:defRPr>
            </a:lvl2pPr>
            <a:lvl3pPr>
              <a:defRPr sz="2025" b="0">
                <a:solidFill>
                  <a:srgbClr val="233247"/>
                </a:solidFill>
                <a:latin typeface="Arial"/>
                <a:ea typeface="Arial"/>
                <a:cs typeface="Arial"/>
              </a:defRPr>
            </a:lvl3pPr>
            <a:lvl4pPr>
              <a:defRPr sz="2025" b="0">
                <a:solidFill>
                  <a:srgbClr val="233247"/>
                </a:solidFill>
                <a:latin typeface="Arial"/>
                <a:ea typeface="Arial"/>
                <a:cs typeface="Arial"/>
              </a:defRPr>
            </a:lvl4pPr>
            <a:lvl5pPr>
              <a:defRPr sz="2025" b="0">
                <a:solidFill>
                  <a:srgbClr val="233247"/>
                </a:solidFill>
                <a:latin typeface="Arial"/>
                <a:ea typeface="Arial"/>
                <a:cs typeface="Arial"/>
              </a:defRPr>
            </a:lvl5pPr>
            <a:lvl6pPr>
              <a:defRPr sz="2025" b="0">
                <a:solidFill>
                  <a:srgbClr val="233247"/>
                </a:solidFill>
                <a:latin typeface="Arial"/>
                <a:ea typeface="Arial"/>
                <a:cs typeface="Arial"/>
              </a:defRPr>
            </a:lvl6pPr>
            <a:lvl7pPr>
              <a:defRPr sz="2025" b="0">
                <a:solidFill>
                  <a:srgbClr val="233247"/>
                </a:solidFill>
                <a:latin typeface="Arial"/>
                <a:ea typeface="Arial"/>
                <a:cs typeface="Arial"/>
              </a:defRPr>
            </a:lvl7pPr>
            <a:lvl8pPr>
              <a:defRPr sz="2025" b="0">
                <a:solidFill>
                  <a:srgbClr val="233247"/>
                </a:solidFill>
                <a:latin typeface="Arial"/>
                <a:ea typeface="Arial"/>
                <a:cs typeface="Arial"/>
              </a:defRPr>
            </a:lvl8pPr>
            <a:lvl9pPr>
              <a:defRPr sz="2025" b="0">
                <a:solidFill>
                  <a:srgbClr val="233247"/>
                </a:solidFill>
                <a:latin typeface="Arial"/>
                <a:ea typeface="Arial"/>
                <a:cs typeface="Arial"/>
              </a:defRPr>
            </a:lvl9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Người thực hiện duy nhất: Lê Ngọc Thuận</a:t>
            </a:r>
          </a:p>
        </p:txBody>
      </p:sp>
      <p:sp>
        <p:nvSpPr>
          <p:cNvPr id="7" name="">
            <a:extLst xmlns:a="http://schemas.openxmlformats.org/drawingml/2006/main">
              <a:ext uri="{FF2B5EF4-FFF2-40B4-BE49-F238E27FC236}">
                <a16:creationId xmlns:a16="http://schemas.microsoft.com/office/drawing/2014/main" id="{67F14223-B1A9-41D8-94BF-D3191DAFA909}"/>
              </a:ext>
            </a:extLst>
          </p:cNvPr>
          <p:cNvSpPr>
            <a:spLocks xmlns:a="http://schemas.openxmlformats.org/drawingml/2006/main" noGrp="1"/>
          </p:cNvSpPr>
          <p:nvPr/>
        </p:nvSpPr>
        <p:spPr>
          <a:xfrm xmlns:a="http://schemas.openxmlformats.org/drawingml/2006/main">
            <a:off x="609600" y="39338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vl1pPr>
              <a:defRPr sz="2025" b="0">
                <a:solidFill>
                  <a:srgbClr val="233247"/>
                </a:solidFill>
                <a:latin typeface="Arial"/>
                <a:ea typeface="Arial"/>
                <a:cs typeface="Arial"/>
              </a:defRPr>
            </a:lvl1pPr>
            <a:lvl2pPr>
              <a:defRPr sz="2025" b="0">
                <a:solidFill>
                  <a:srgbClr val="233247"/>
                </a:solidFill>
                <a:latin typeface="Arial"/>
                <a:ea typeface="Arial"/>
                <a:cs typeface="Arial"/>
              </a:defRPr>
            </a:lvl2pPr>
            <a:lvl3pPr>
              <a:defRPr sz="2025" b="0">
                <a:solidFill>
                  <a:srgbClr val="233247"/>
                </a:solidFill>
                <a:latin typeface="Arial"/>
                <a:ea typeface="Arial"/>
                <a:cs typeface="Arial"/>
              </a:defRPr>
            </a:lvl3pPr>
            <a:lvl4pPr>
              <a:defRPr sz="2025" b="0">
                <a:solidFill>
                  <a:srgbClr val="233247"/>
                </a:solidFill>
                <a:latin typeface="Arial"/>
                <a:ea typeface="Arial"/>
                <a:cs typeface="Arial"/>
              </a:defRPr>
            </a:lvl4pPr>
            <a:lvl5pPr>
              <a:defRPr sz="2025" b="0">
                <a:solidFill>
                  <a:srgbClr val="233247"/>
                </a:solidFill>
                <a:latin typeface="Arial"/>
                <a:ea typeface="Arial"/>
                <a:cs typeface="Arial"/>
              </a:defRPr>
            </a:lvl5pPr>
            <a:lvl6pPr>
              <a:defRPr sz="2025" b="0">
                <a:solidFill>
                  <a:srgbClr val="233247"/>
                </a:solidFill>
                <a:latin typeface="Arial"/>
                <a:ea typeface="Arial"/>
                <a:cs typeface="Arial"/>
              </a:defRPr>
            </a:lvl6pPr>
            <a:lvl7pPr>
              <a:defRPr sz="2025" b="0">
                <a:solidFill>
                  <a:srgbClr val="233247"/>
                </a:solidFill>
                <a:latin typeface="Arial"/>
                <a:ea typeface="Arial"/>
                <a:cs typeface="Arial"/>
              </a:defRPr>
            </a:lvl7pPr>
            <a:lvl8pPr>
              <a:defRPr sz="2025" b="0">
                <a:solidFill>
                  <a:srgbClr val="233247"/>
                </a:solidFill>
                <a:latin typeface="Arial"/>
                <a:ea typeface="Arial"/>
                <a:cs typeface="Arial"/>
              </a:defRPr>
            </a:lvl8pPr>
            <a:lvl9pPr>
              <a:defRPr sz="2025" b="0">
                <a:solidFill>
                  <a:srgbClr val="233247"/>
                </a:solidFill>
                <a:latin typeface="Arial"/>
                <a:ea typeface="Arial"/>
                <a:cs typeface="Arial"/>
              </a:defRPr>
            </a:lvl9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Học phần Lập trình Web</a:t>
            </a:r>
          </a:p>
        </p:txBody>
      </p:sp>
      <p:sp>
        <p:nvSpPr>
          <p:cNvPr id="8" name="">
            <a:extLst xmlns:a="http://schemas.openxmlformats.org/drawingml/2006/main">
              <a:ext uri="{FF2B5EF4-FFF2-40B4-BE49-F238E27FC236}">
                <a16:creationId xmlns:a16="http://schemas.microsoft.com/office/drawing/2014/main" id="{4A63D231-CEF3-4B58-8B08-69164AA8E71A}"/>
              </a:ext>
            </a:extLst>
          </p:cNvPr>
          <p:cNvSpPr>
            <a:spLocks xmlns:a="http://schemas.openxmlformats.org/drawingml/2006/main" noGrp="1"/>
          </p:cNvSpPr>
          <p:nvPr/>
        </p:nvSpPr>
        <p:spPr>
          <a:xfrm xmlns:a="http://schemas.openxmlformats.org/drawingml/2006/main">
            <a:off x="609600" y="45339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vl1pPr>
              <a:defRPr sz="2025" b="0">
                <a:solidFill>
                  <a:srgbClr val="233247"/>
                </a:solidFill>
                <a:latin typeface="Arial"/>
                <a:ea typeface="Arial"/>
                <a:cs typeface="Arial"/>
              </a:defRPr>
            </a:lvl1pPr>
            <a:lvl2pPr>
              <a:defRPr sz="2025" b="0">
                <a:solidFill>
                  <a:srgbClr val="233247"/>
                </a:solidFill>
                <a:latin typeface="Arial"/>
                <a:ea typeface="Arial"/>
                <a:cs typeface="Arial"/>
              </a:defRPr>
            </a:lvl2pPr>
            <a:lvl3pPr>
              <a:defRPr sz="2025" b="0">
                <a:solidFill>
                  <a:srgbClr val="233247"/>
                </a:solidFill>
                <a:latin typeface="Arial"/>
                <a:ea typeface="Arial"/>
                <a:cs typeface="Arial"/>
              </a:defRPr>
            </a:lvl3pPr>
            <a:lvl4pPr>
              <a:defRPr sz="2025" b="0">
                <a:solidFill>
                  <a:srgbClr val="233247"/>
                </a:solidFill>
                <a:latin typeface="Arial"/>
                <a:ea typeface="Arial"/>
                <a:cs typeface="Arial"/>
              </a:defRPr>
            </a:lvl4pPr>
            <a:lvl5pPr>
              <a:defRPr sz="2025" b="0">
                <a:solidFill>
                  <a:srgbClr val="233247"/>
                </a:solidFill>
                <a:latin typeface="Arial"/>
                <a:ea typeface="Arial"/>
                <a:cs typeface="Arial"/>
              </a:defRPr>
            </a:lvl5pPr>
            <a:lvl6pPr>
              <a:defRPr sz="2025" b="0">
                <a:solidFill>
                  <a:srgbClr val="233247"/>
                </a:solidFill>
                <a:latin typeface="Arial"/>
                <a:ea typeface="Arial"/>
                <a:cs typeface="Arial"/>
              </a:defRPr>
            </a:lvl6pPr>
            <a:lvl7pPr>
              <a:defRPr sz="2025" b="0">
                <a:solidFill>
                  <a:srgbClr val="233247"/>
                </a:solidFill>
                <a:latin typeface="Arial"/>
                <a:ea typeface="Arial"/>
                <a:cs typeface="Arial"/>
              </a:defRPr>
            </a:lvl7pPr>
            <a:lvl8pPr>
              <a:defRPr sz="2025" b="0">
                <a:solidFill>
                  <a:srgbClr val="233247"/>
                </a:solidFill>
                <a:latin typeface="Arial"/>
                <a:ea typeface="Arial"/>
                <a:cs typeface="Arial"/>
              </a:defRPr>
            </a:lvl8pPr>
            <a:lvl9pPr>
              <a:defRPr sz="2025" b="0">
                <a:solidFill>
                  <a:srgbClr val="233247"/>
                </a:solidFill>
                <a:latin typeface="Arial"/>
                <a:ea typeface="Arial"/>
                <a:cs typeface="Arial"/>
              </a:defRPr>
            </a:lvl9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MSSV 2500016989 · Lớp 25DTH1C · Năm 2026</a:t>
            </a:r>
          </a:p>
        </p:txBody>
      </p:sp>
      <p:sp>
        <p:nvSpPr>
          <p:cNvPr id="9" name="">
            <a:extLst xmlns:a="http://schemas.openxmlformats.org/drawingml/2006/main">
              <a:ext uri="{FF2B5EF4-FFF2-40B4-BE49-F238E27FC236}">
                <a16:creationId xmlns:a16="http://schemas.microsoft.com/office/drawing/2014/main" id="{6E18198F-27DF-4AD1-A7C2-FA671311E58B}"/>
              </a:ext>
            </a:extLst>
          </p:cNvPr>
          <p:cNvSpPr>
            <a:spLocks xmlns:a="http://schemas.openxmlformats.org/drawingml/2006/main" noGrp="1"/>
          </p:cNvSpPr>
          <p:nvPr/>
        </p:nvSpPr>
        <p:spPr>
          <a:xfrm xmlns:a="http://schemas.openxmlformats.org/drawingml/2006/main">
            <a:off x="609600" y="51339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vl1pPr>
              <a:defRPr sz="2025" b="0">
                <a:solidFill>
                  <a:srgbClr val="233247"/>
                </a:solidFill>
                <a:latin typeface="Arial"/>
                <a:ea typeface="Arial"/>
                <a:cs typeface="Arial"/>
              </a:defRPr>
            </a:lvl1pPr>
            <a:lvl2pPr>
              <a:defRPr sz="2025" b="0">
                <a:solidFill>
                  <a:srgbClr val="233247"/>
                </a:solidFill>
                <a:latin typeface="Arial"/>
                <a:ea typeface="Arial"/>
                <a:cs typeface="Arial"/>
              </a:defRPr>
            </a:lvl2pPr>
            <a:lvl3pPr>
              <a:defRPr sz="2025" b="0">
                <a:solidFill>
                  <a:srgbClr val="233247"/>
                </a:solidFill>
                <a:latin typeface="Arial"/>
                <a:ea typeface="Arial"/>
                <a:cs typeface="Arial"/>
              </a:defRPr>
            </a:lvl3pPr>
            <a:lvl4pPr>
              <a:defRPr sz="2025" b="0">
                <a:solidFill>
                  <a:srgbClr val="233247"/>
                </a:solidFill>
                <a:latin typeface="Arial"/>
                <a:ea typeface="Arial"/>
                <a:cs typeface="Arial"/>
              </a:defRPr>
            </a:lvl4pPr>
            <a:lvl5pPr>
              <a:defRPr sz="2025" b="0">
                <a:solidFill>
                  <a:srgbClr val="233247"/>
                </a:solidFill>
                <a:latin typeface="Arial"/>
                <a:ea typeface="Arial"/>
                <a:cs typeface="Arial"/>
              </a:defRPr>
            </a:lvl5pPr>
            <a:lvl6pPr>
              <a:defRPr sz="2025" b="0">
                <a:solidFill>
                  <a:srgbClr val="233247"/>
                </a:solidFill>
                <a:latin typeface="Arial"/>
                <a:ea typeface="Arial"/>
                <a:cs typeface="Arial"/>
              </a:defRPr>
            </a:lvl6pPr>
            <a:lvl7pPr>
              <a:defRPr sz="2025" b="0">
                <a:solidFill>
                  <a:srgbClr val="233247"/>
                </a:solidFill>
                <a:latin typeface="Arial"/>
                <a:ea typeface="Arial"/>
                <a:cs typeface="Arial"/>
              </a:defRPr>
            </a:lvl7pPr>
            <a:lvl8pPr>
              <a:defRPr sz="2025" b="0">
                <a:solidFill>
                  <a:srgbClr val="233247"/>
                </a:solidFill>
                <a:latin typeface="Arial"/>
                <a:ea typeface="Arial"/>
                <a:cs typeface="Arial"/>
              </a:defRPr>
            </a:lvl8pPr>
            <a:lvl9pPr>
              <a:defRPr sz="2025" b="0">
                <a:solidFill>
                  <a:srgbClr val="233247"/>
                </a:solidFill>
                <a:latin typeface="Arial"/>
                <a:ea typeface="Arial"/>
                <a:cs typeface="Arial"/>
              </a:defRPr>
            </a:lvl9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Giảng viên: Bùi Duy Tân</a:t>
            </a:r>
          </a:p>
        </p:txBody>
      </p:sp>
    </p:spTree>
    <p:extLst>
      <p:ext uri="{BB962C8B-B14F-4D97-AF65-F5344CB8AC3E}">
        <p14:creationId xmlns:p14="http://schemas.microsoft.com/office/powerpoint/2010/main" val="2546535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896544-086A-49D3-A649-CB98D7CF02A2}"/>
              </a:ext>
            </a:extLst>
          </p:cNvPr>
          <p:cNvSpPr>
            <a:spLocks xmlns:a="http://schemas.openxmlformats.org/drawingml/2006/main" noGrp="1"/>
          </p:cNvSpPr>
          <p:nvPr/>
        </p:nvSpPr>
        <p:spPr>
          <a:xfrm xmlns:a="http://schemas.openxmlformats.org/drawingml/2006/main">
            <a:off x="609600" y="30480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563EB"/>
                </a:solidFill>
                <a:latin typeface="Arial"/>
                <a:ea typeface="Arial"/>
                <a:cs typeface="Arial"/>
              </a:defRPr>
            </a:defPPr>
            <a:lvl1pPr>
              <a:defRPr sz="1275" b="1">
                <a:solidFill>
                  <a:srgbClr val="2563EB"/>
                </a:solidFill>
                <a:latin typeface="Arial"/>
                <a:ea typeface="Arial"/>
                <a:cs typeface="Arial"/>
              </a:defRPr>
            </a:lvl1pPr>
            <a:lvl2pPr>
              <a:defRPr sz="1275" b="1">
                <a:solidFill>
                  <a:srgbClr val="2563EB"/>
                </a:solidFill>
                <a:latin typeface="Arial"/>
                <a:ea typeface="Arial"/>
                <a:cs typeface="Arial"/>
              </a:defRPr>
            </a:lvl2pPr>
            <a:lvl3pPr>
              <a:defRPr sz="1275" b="1">
                <a:solidFill>
                  <a:srgbClr val="2563EB"/>
                </a:solidFill>
                <a:latin typeface="Arial"/>
                <a:ea typeface="Arial"/>
                <a:cs typeface="Arial"/>
              </a:defRPr>
            </a:lvl3pPr>
            <a:lvl4pPr>
              <a:defRPr sz="1275" b="1">
                <a:solidFill>
                  <a:srgbClr val="2563EB"/>
                </a:solidFill>
                <a:latin typeface="Arial"/>
                <a:ea typeface="Arial"/>
                <a:cs typeface="Arial"/>
              </a:defRPr>
            </a:lvl4pPr>
            <a:lvl5pPr>
              <a:defRPr sz="1275" b="1">
                <a:solidFill>
                  <a:srgbClr val="2563EB"/>
                </a:solidFill>
                <a:latin typeface="Arial"/>
                <a:ea typeface="Arial"/>
                <a:cs typeface="Arial"/>
              </a:defRPr>
            </a:lvl5pPr>
            <a:lvl6pPr>
              <a:defRPr sz="1275" b="1">
                <a:solidFill>
                  <a:srgbClr val="2563EB"/>
                </a:solidFill>
                <a:latin typeface="Arial"/>
                <a:ea typeface="Arial"/>
                <a:cs typeface="Arial"/>
              </a:defRPr>
            </a:lvl6pPr>
            <a:lvl7pPr>
              <a:defRPr sz="1275" b="1">
                <a:solidFill>
                  <a:srgbClr val="2563EB"/>
                </a:solidFill>
                <a:latin typeface="Arial"/>
                <a:ea typeface="Arial"/>
                <a:cs typeface="Arial"/>
              </a:defRPr>
            </a:lvl7pPr>
            <a:lvl8pPr>
              <a:defRPr sz="1275" b="1">
                <a:solidFill>
                  <a:srgbClr val="2563EB"/>
                </a:solidFill>
                <a:latin typeface="Arial"/>
                <a:ea typeface="Arial"/>
                <a:cs typeface="Arial"/>
              </a:defRPr>
            </a:lvl8pPr>
            <a:lvl9pPr>
              <a:defRPr sz="1275" b="1">
                <a:solidFill>
                  <a:srgbClr val="2563EB"/>
                </a:solidFill>
                <a:latin typeface="Arial"/>
                <a:ea typeface="Arial"/>
                <a:cs typeface="Arial"/>
              </a:defRPr>
            </a:lvl9pPr>
          </a:lstStyle>
          <a:p xmlns:a="http://schemas.openxmlformats.org/drawingml/2006/main">
            <a:pPr>
              <a:defRPr sz="1275" b="1">
                <a:solidFill>
                  <a:srgbClr val="2563EB"/>
                </a:solidFill>
                <a:latin typeface="Arial"/>
                <a:ea typeface="Arial"/>
                <a:cs typeface="Arial"/>
              </a:defRPr>
            </a:pPr>
            <a:r>
              <a:rPr sz="1275" b="1">
                <a:solidFill>
                  <a:srgbClr val="2563EB"/>
                </a:solidFill>
                <a:latin typeface="Arial"/>
                <a:ea typeface="Arial"/>
                <a:cs typeface="Arial"/>
              </a:rPr>
              <a:t>SMARTMOBILE STORE</a:t>
            </a:r>
          </a:p>
        </p:txBody>
      </p:sp>
      <p:sp>
        <p:nvSpPr>
          <p:cNvPr id="2" name="">
            <a:extLst xmlns:a="http://schemas.openxmlformats.org/drawingml/2006/main">
              <a:ext uri="{FF2B5EF4-FFF2-40B4-BE49-F238E27FC236}">
                <a16:creationId xmlns:a16="http://schemas.microsoft.com/office/drawing/2014/main" id="{980BBEFC-873F-4706-8951-5D8CB37CEC98}"/>
              </a:ext>
            </a:extLst>
          </p:cNvPr>
          <p:cNvSpPr>
            <a:spLocks xmlns:a="http://schemas.openxmlformats.org/drawingml/2006/main" noGrp="1"/>
          </p:cNvSpPr>
          <p:nvPr/>
        </p:nvSpPr>
        <p:spPr>
          <a:xfrm xmlns:a="http://schemas.openxmlformats.org/drawingml/2006/main">
            <a:off x="609600" y="8763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Mục tiêu và giao diện</a:t>
            </a:r>
          </a:p>
        </p:txBody>
      </p:sp>
      <p:sp>
        <p:nvSpPr>
          <p:cNvPr id="3" name="">
            <a:extLst xmlns:a="http://schemas.openxmlformats.org/drawingml/2006/main">
              <a:ext uri="{FF2B5EF4-FFF2-40B4-BE49-F238E27FC236}">
                <a16:creationId xmlns:a16="http://schemas.microsoft.com/office/drawing/2014/main" id="{261DA17F-1929-4792-BD23-D2BCFFBE0967}"/>
              </a:ext>
            </a:extLst>
          </p:cNvPr>
          <p:cNvSpPr>
            <a:spLocks xmlns:a="http://schemas.openxmlformats.org/drawingml/2006/main" noGrp="1"/>
          </p:cNvSpPr>
          <p:nvPr/>
        </p:nvSpPr>
        <p:spPr>
          <a:xfrm xmlns:a="http://schemas.openxmlformats.org/drawingml/2006/main">
            <a:off x="609600" y="63436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Lê Ngọc Thuận · Dự án cá nhân</a:t>
            </a:r>
          </a:p>
        </p:txBody>
      </p:sp>
      <p:sp>
        <p:nvSpPr>
          <p:cNvPr id="4" name="">
            <a:extLst xmlns:a="http://schemas.openxmlformats.org/drawingml/2006/main">
              <a:ext uri="{FF2B5EF4-FFF2-40B4-BE49-F238E27FC236}">
                <a16:creationId xmlns:a16="http://schemas.microsoft.com/office/drawing/2014/main" id="{C8FE8B0A-69DA-4FCB-AB72-DE9A5E15CA9D}"/>
              </a:ext>
            </a:extLst>
          </p:cNvPr>
          <p:cNvSpPr>
            <a:spLocks xmlns:a="http://schemas.openxmlformats.org/drawingml/2006/main" noGrp="1"/>
          </p:cNvSpPr>
          <p:nvPr/>
        </p:nvSpPr>
        <p:spPr>
          <a:xfrm xmlns:a="http://schemas.openxmlformats.org/drawingml/2006/main">
            <a:off x="1104900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46366F2-727D-4B0C-AE11-3E59D3B7E5DF}"/>
              </a:ext>
            </a:extLst>
          </p:cNvPr>
          <p:cNvSpPr>
            <a:spLocks xmlns:a="http://schemas.openxmlformats.org/drawingml/2006/main" noGrp="1"/>
          </p:cNvSpPr>
          <p:nvPr/>
        </p:nvSpPr>
        <p:spPr>
          <a:xfrm xmlns:a="http://schemas.openxmlformats.org/drawingml/2006/main">
            <a:off x="609600" y="2238375"/>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33247"/>
                </a:solidFill>
                <a:latin typeface="Arial"/>
                <a:ea typeface="Arial"/>
                <a:cs typeface="Arial"/>
              </a:defRPr>
            </a:defPPr>
            <a:lvl1pPr>
              <a:defRPr sz="2100" b="0">
                <a:solidFill>
                  <a:srgbClr val="233247"/>
                </a:solidFill>
                <a:latin typeface="Arial"/>
                <a:ea typeface="Arial"/>
                <a:cs typeface="Arial"/>
              </a:defRPr>
            </a:lvl1pPr>
            <a:lvl2pPr>
              <a:defRPr sz="2100" b="0">
                <a:solidFill>
                  <a:srgbClr val="233247"/>
                </a:solidFill>
                <a:latin typeface="Arial"/>
                <a:ea typeface="Arial"/>
                <a:cs typeface="Arial"/>
              </a:defRPr>
            </a:lvl2pPr>
            <a:lvl3pPr>
              <a:defRPr sz="2100" b="0">
                <a:solidFill>
                  <a:srgbClr val="233247"/>
                </a:solidFill>
                <a:latin typeface="Arial"/>
                <a:ea typeface="Arial"/>
                <a:cs typeface="Arial"/>
              </a:defRPr>
            </a:lvl3pPr>
            <a:lvl4pPr>
              <a:defRPr sz="2100" b="0">
                <a:solidFill>
                  <a:srgbClr val="233247"/>
                </a:solidFill>
                <a:latin typeface="Arial"/>
                <a:ea typeface="Arial"/>
                <a:cs typeface="Arial"/>
              </a:defRPr>
            </a:lvl4pPr>
            <a:lvl5pPr>
              <a:defRPr sz="2100" b="0">
                <a:solidFill>
                  <a:srgbClr val="233247"/>
                </a:solidFill>
                <a:latin typeface="Arial"/>
                <a:ea typeface="Arial"/>
                <a:cs typeface="Arial"/>
              </a:defRPr>
            </a:lvl5pPr>
            <a:lvl6pPr>
              <a:defRPr sz="2100" b="0">
                <a:solidFill>
                  <a:srgbClr val="233247"/>
                </a:solidFill>
                <a:latin typeface="Arial"/>
                <a:ea typeface="Arial"/>
                <a:cs typeface="Arial"/>
              </a:defRPr>
            </a:lvl6pPr>
            <a:lvl7pPr>
              <a:defRPr sz="2100" b="0">
                <a:solidFill>
                  <a:srgbClr val="233247"/>
                </a:solidFill>
                <a:latin typeface="Arial"/>
                <a:ea typeface="Arial"/>
                <a:cs typeface="Arial"/>
              </a:defRPr>
            </a:lvl7pPr>
            <a:lvl8pPr>
              <a:defRPr sz="2100" b="0">
                <a:solidFill>
                  <a:srgbClr val="233247"/>
                </a:solidFill>
                <a:latin typeface="Arial"/>
                <a:ea typeface="Arial"/>
                <a:cs typeface="Arial"/>
              </a:defRPr>
            </a:lvl8pPr>
            <a:lvl9pPr>
              <a:defRPr sz="2100" b="0">
                <a:solidFill>
                  <a:srgbClr val="233247"/>
                </a:solidFill>
                <a:latin typeface="Arial"/>
                <a:ea typeface="Arial"/>
                <a:cs typeface="Arial"/>
              </a:defRPr>
            </a:lvl9pPr>
          </a:lstStyle>
          <a:p xmlns:a="http://schemas.openxmlformats.org/drawingml/2006/main">
            <a:pPr>
              <a:defRPr sz="2100" b="0">
                <a:solidFill>
                  <a:srgbClr val="233247"/>
                </a:solidFill>
                <a:latin typeface="Arial"/>
                <a:ea typeface="Arial"/>
                <a:cs typeface="Arial"/>
              </a:defRPr>
            </a:pPr>
            <a:r>
              <a:rPr sz="2100" b="0">
                <a:solidFill>
                  <a:srgbClr val="233247"/>
                </a:solidFill>
                <a:latin typeface="Arial"/>
                <a:ea typeface="Arial"/>
                <a:cs typeface="Arial"/>
              </a:rPr>
              <a:t>Giữ bố cục, màu sắc và ảnh của bản HTML cũ.</a:t>
            </a:r>
          </a:p>
        </p:txBody>
      </p:sp>
      <p:sp>
        <p:nvSpPr>
          <p:cNvPr id="6" name="">
            <a:extLst xmlns:a="http://schemas.openxmlformats.org/drawingml/2006/main">
              <a:ext uri="{FF2B5EF4-FFF2-40B4-BE49-F238E27FC236}">
                <a16:creationId xmlns:a16="http://schemas.microsoft.com/office/drawing/2014/main" id="{70F461D1-4D1F-4DFF-A4CF-50BCECAD77D6}"/>
              </a:ext>
            </a:extLst>
          </p:cNvPr>
          <p:cNvSpPr>
            <a:spLocks xmlns:a="http://schemas.openxmlformats.org/drawingml/2006/main" noGrp="1"/>
          </p:cNvSpPr>
          <p:nvPr/>
        </p:nvSpPr>
        <p:spPr>
          <a:xfrm xmlns:a="http://schemas.openxmlformats.org/drawingml/2006/main">
            <a:off x="609600" y="3286125"/>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33247"/>
                </a:solidFill>
                <a:latin typeface="Arial"/>
                <a:ea typeface="Arial"/>
                <a:cs typeface="Arial"/>
              </a:defRPr>
            </a:defPPr>
            <a:lvl1pPr>
              <a:defRPr sz="2100" b="0">
                <a:solidFill>
                  <a:srgbClr val="233247"/>
                </a:solidFill>
                <a:latin typeface="Arial"/>
                <a:ea typeface="Arial"/>
                <a:cs typeface="Arial"/>
              </a:defRPr>
            </a:lvl1pPr>
            <a:lvl2pPr>
              <a:defRPr sz="2100" b="0">
                <a:solidFill>
                  <a:srgbClr val="233247"/>
                </a:solidFill>
                <a:latin typeface="Arial"/>
                <a:ea typeface="Arial"/>
                <a:cs typeface="Arial"/>
              </a:defRPr>
            </a:lvl2pPr>
            <a:lvl3pPr>
              <a:defRPr sz="2100" b="0">
                <a:solidFill>
                  <a:srgbClr val="233247"/>
                </a:solidFill>
                <a:latin typeface="Arial"/>
                <a:ea typeface="Arial"/>
                <a:cs typeface="Arial"/>
              </a:defRPr>
            </a:lvl3pPr>
            <a:lvl4pPr>
              <a:defRPr sz="2100" b="0">
                <a:solidFill>
                  <a:srgbClr val="233247"/>
                </a:solidFill>
                <a:latin typeface="Arial"/>
                <a:ea typeface="Arial"/>
                <a:cs typeface="Arial"/>
              </a:defRPr>
            </a:lvl4pPr>
            <a:lvl5pPr>
              <a:defRPr sz="2100" b="0">
                <a:solidFill>
                  <a:srgbClr val="233247"/>
                </a:solidFill>
                <a:latin typeface="Arial"/>
                <a:ea typeface="Arial"/>
                <a:cs typeface="Arial"/>
              </a:defRPr>
            </a:lvl5pPr>
            <a:lvl6pPr>
              <a:defRPr sz="2100" b="0">
                <a:solidFill>
                  <a:srgbClr val="233247"/>
                </a:solidFill>
                <a:latin typeface="Arial"/>
                <a:ea typeface="Arial"/>
                <a:cs typeface="Arial"/>
              </a:defRPr>
            </a:lvl6pPr>
            <a:lvl7pPr>
              <a:defRPr sz="2100" b="0">
                <a:solidFill>
                  <a:srgbClr val="233247"/>
                </a:solidFill>
                <a:latin typeface="Arial"/>
                <a:ea typeface="Arial"/>
                <a:cs typeface="Arial"/>
              </a:defRPr>
            </a:lvl7pPr>
            <a:lvl8pPr>
              <a:defRPr sz="2100" b="0">
                <a:solidFill>
                  <a:srgbClr val="233247"/>
                </a:solidFill>
                <a:latin typeface="Arial"/>
                <a:ea typeface="Arial"/>
                <a:cs typeface="Arial"/>
              </a:defRPr>
            </a:lvl8pPr>
            <a:lvl9pPr>
              <a:defRPr sz="2100" b="0">
                <a:solidFill>
                  <a:srgbClr val="233247"/>
                </a:solidFill>
                <a:latin typeface="Arial"/>
                <a:ea typeface="Arial"/>
                <a:cs typeface="Arial"/>
              </a:defRPr>
            </a:lvl9pPr>
          </a:lstStyle>
          <a:p xmlns:a="http://schemas.openxmlformats.org/drawingml/2006/main">
            <a:pPr>
              <a:defRPr sz="2100" b="0">
                <a:solidFill>
                  <a:srgbClr val="233247"/>
                </a:solidFill>
                <a:latin typeface="Arial"/>
                <a:ea typeface="Arial"/>
                <a:cs typeface="Arial"/>
              </a:defRPr>
            </a:pPr>
            <a:r>
              <a:rPr sz="2100" b="0">
                <a:solidFill>
                  <a:srgbClr val="233247"/>
                </a:solidFill>
                <a:latin typeface="Arial"/>
                <a:ea typeface="Arial"/>
                <a:cs typeface="Arial"/>
              </a:rPr>
              <a:t>Chuyển dữ liệu và nghiệp vụ sang C# và SQL.</a:t>
            </a:r>
          </a:p>
        </p:txBody>
      </p:sp>
      <p:sp>
        <p:nvSpPr>
          <p:cNvPr id="7" name="">
            <a:extLst xmlns:a="http://schemas.openxmlformats.org/drawingml/2006/main">
              <a:ext uri="{FF2B5EF4-FFF2-40B4-BE49-F238E27FC236}">
                <a16:creationId xmlns:a16="http://schemas.microsoft.com/office/drawing/2014/main" id="{80CA291C-808F-4E73-8EDE-46D92D1EED6C}"/>
              </a:ext>
            </a:extLst>
          </p:cNvPr>
          <p:cNvSpPr>
            <a:spLocks xmlns:a="http://schemas.openxmlformats.org/drawingml/2006/main" noGrp="1"/>
          </p:cNvSpPr>
          <p:nvPr/>
        </p:nvSpPr>
        <p:spPr>
          <a:xfrm xmlns:a="http://schemas.openxmlformats.org/drawingml/2006/main">
            <a:off x="609600" y="4333875"/>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33247"/>
                </a:solidFill>
                <a:latin typeface="Arial"/>
                <a:ea typeface="Arial"/>
                <a:cs typeface="Arial"/>
              </a:defRPr>
            </a:defPPr>
            <a:lvl1pPr>
              <a:defRPr sz="2100" b="0">
                <a:solidFill>
                  <a:srgbClr val="233247"/>
                </a:solidFill>
                <a:latin typeface="Arial"/>
                <a:ea typeface="Arial"/>
                <a:cs typeface="Arial"/>
              </a:defRPr>
            </a:lvl1pPr>
            <a:lvl2pPr>
              <a:defRPr sz="2100" b="0">
                <a:solidFill>
                  <a:srgbClr val="233247"/>
                </a:solidFill>
                <a:latin typeface="Arial"/>
                <a:ea typeface="Arial"/>
                <a:cs typeface="Arial"/>
              </a:defRPr>
            </a:lvl2pPr>
            <a:lvl3pPr>
              <a:defRPr sz="2100" b="0">
                <a:solidFill>
                  <a:srgbClr val="233247"/>
                </a:solidFill>
                <a:latin typeface="Arial"/>
                <a:ea typeface="Arial"/>
                <a:cs typeface="Arial"/>
              </a:defRPr>
            </a:lvl3pPr>
            <a:lvl4pPr>
              <a:defRPr sz="2100" b="0">
                <a:solidFill>
                  <a:srgbClr val="233247"/>
                </a:solidFill>
                <a:latin typeface="Arial"/>
                <a:ea typeface="Arial"/>
                <a:cs typeface="Arial"/>
              </a:defRPr>
            </a:lvl4pPr>
            <a:lvl5pPr>
              <a:defRPr sz="2100" b="0">
                <a:solidFill>
                  <a:srgbClr val="233247"/>
                </a:solidFill>
                <a:latin typeface="Arial"/>
                <a:ea typeface="Arial"/>
                <a:cs typeface="Arial"/>
              </a:defRPr>
            </a:lvl5pPr>
            <a:lvl6pPr>
              <a:defRPr sz="2100" b="0">
                <a:solidFill>
                  <a:srgbClr val="233247"/>
                </a:solidFill>
                <a:latin typeface="Arial"/>
                <a:ea typeface="Arial"/>
                <a:cs typeface="Arial"/>
              </a:defRPr>
            </a:lvl6pPr>
            <a:lvl7pPr>
              <a:defRPr sz="2100" b="0">
                <a:solidFill>
                  <a:srgbClr val="233247"/>
                </a:solidFill>
                <a:latin typeface="Arial"/>
                <a:ea typeface="Arial"/>
                <a:cs typeface="Arial"/>
              </a:defRPr>
            </a:lvl7pPr>
            <a:lvl8pPr>
              <a:defRPr sz="2100" b="0">
                <a:solidFill>
                  <a:srgbClr val="233247"/>
                </a:solidFill>
                <a:latin typeface="Arial"/>
                <a:ea typeface="Arial"/>
                <a:cs typeface="Arial"/>
              </a:defRPr>
            </a:lvl8pPr>
            <a:lvl9pPr>
              <a:defRPr sz="2100" b="0">
                <a:solidFill>
                  <a:srgbClr val="233247"/>
                </a:solidFill>
                <a:latin typeface="Arial"/>
                <a:ea typeface="Arial"/>
                <a:cs typeface="Arial"/>
              </a:defRPr>
            </a:lvl9pPr>
          </a:lstStyle>
          <a:p xmlns:a="http://schemas.openxmlformats.org/drawingml/2006/main">
            <a:pPr>
              <a:defRPr sz="2100" b="0">
                <a:solidFill>
                  <a:srgbClr val="233247"/>
                </a:solidFill>
                <a:latin typeface="Arial"/>
                <a:ea typeface="Arial"/>
                <a:cs typeface="Arial"/>
              </a:defRPr>
            </a:pPr>
            <a:r>
              <a:rPr sz="2100" b="0">
                <a:solidFill>
                  <a:srgbClr val="233247"/>
                </a:solidFill>
                <a:latin typeface="Arial"/>
                <a:ea typeface="Arial"/>
                <a:cs typeface="Arial"/>
              </a:rPr>
              <a:t>Có luồng khách hàng và quản trị hoạt động.</a:t>
            </a:r>
          </a:p>
        </p:txBody>
      </p:sp>
      <p:pic>
        <p:nvPicPr>
          <p:cNvPr id="8" name="">
            <a:extLst xmlns:a="http://schemas.openxmlformats.org/drawingml/2006/main">
              <a:ext uri="{FF2B5EF4-FFF2-40B4-BE49-F238E27FC236}">
                <a16:creationId xmlns:a16="http://schemas.microsoft.com/office/drawing/2014/main" id="{3A289984-3EC3-4641-BBC4-566022A7201F}"/>
              </a:ext>
            </a:extLst>
          </p:cNvPr>
          <p:cNvPicPr>
            <a:picLocks xmlns:a="http://schemas.openxmlformats.org/drawingml/2006/main" noChangeAspect="1"/>
          </p:cNvPicPr>
          <p:nvPr/>
        </p:nvPicPr>
        <p:blipFill>
          <a:blip xmlns:r="http://schemas.openxmlformats.org/officeDocument/2006/relationships" xmlns:a="http://schemas.openxmlformats.org/drawingml/2006/main" r:embed="Rba2577ff4e084230"/>
          <a:stretch xmlns:a="http://schemas.openxmlformats.org/drawingml/2006/main"/>
        </p:blipFill>
        <p:spPr>
          <a:xfrm xmlns:a="http://schemas.openxmlformats.org/drawingml/2006/main">
            <a:off x="6191250" y="2390737"/>
            <a:ext cx="5381625" cy="3029025"/>
          </a:xfrm>
          <a:prstGeom xmlns:a="http://schemas.openxmlformats.org/drawingml/2006/main" prst="rect">
            <a:avLst/>
          </a:prstGeom>
        </p:spPr>
      </p:pic>
    </p:spTree>
    <p:extLst>
      <p:ext uri="{BB962C8B-B14F-4D97-AF65-F5344CB8AC3E}">
        <p14:creationId xmlns:p14="http://schemas.microsoft.com/office/powerpoint/2010/main" val="206147001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ED8488-26FF-406E-B6FA-31DCB203714F}"/>
              </a:ext>
            </a:extLst>
          </p:cNvPr>
          <p:cNvSpPr>
            <a:spLocks xmlns:a="http://schemas.openxmlformats.org/drawingml/2006/main" noGrp="1"/>
          </p:cNvSpPr>
          <p:nvPr/>
        </p:nvSpPr>
        <p:spPr>
          <a:xfrm xmlns:a="http://schemas.openxmlformats.org/drawingml/2006/main">
            <a:off x="609600" y="30480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563EB"/>
                </a:solidFill>
                <a:latin typeface="Arial"/>
                <a:ea typeface="Arial"/>
                <a:cs typeface="Arial"/>
              </a:defRPr>
            </a:defPPr>
            <a:lvl1pPr>
              <a:defRPr sz="1275" b="1">
                <a:solidFill>
                  <a:srgbClr val="2563EB"/>
                </a:solidFill>
                <a:latin typeface="Arial"/>
                <a:ea typeface="Arial"/>
                <a:cs typeface="Arial"/>
              </a:defRPr>
            </a:lvl1pPr>
            <a:lvl2pPr>
              <a:defRPr sz="1275" b="1">
                <a:solidFill>
                  <a:srgbClr val="2563EB"/>
                </a:solidFill>
                <a:latin typeface="Arial"/>
                <a:ea typeface="Arial"/>
                <a:cs typeface="Arial"/>
              </a:defRPr>
            </a:lvl2pPr>
            <a:lvl3pPr>
              <a:defRPr sz="1275" b="1">
                <a:solidFill>
                  <a:srgbClr val="2563EB"/>
                </a:solidFill>
                <a:latin typeface="Arial"/>
                <a:ea typeface="Arial"/>
                <a:cs typeface="Arial"/>
              </a:defRPr>
            </a:lvl3pPr>
            <a:lvl4pPr>
              <a:defRPr sz="1275" b="1">
                <a:solidFill>
                  <a:srgbClr val="2563EB"/>
                </a:solidFill>
                <a:latin typeface="Arial"/>
                <a:ea typeface="Arial"/>
                <a:cs typeface="Arial"/>
              </a:defRPr>
            </a:lvl4pPr>
            <a:lvl5pPr>
              <a:defRPr sz="1275" b="1">
                <a:solidFill>
                  <a:srgbClr val="2563EB"/>
                </a:solidFill>
                <a:latin typeface="Arial"/>
                <a:ea typeface="Arial"/>
                <a:cs typeface="Arial"/>
              </a:defRPr>
            </a:lvl5pPr>
            <a:lvl6pPr>
              <a:defRPr sz="1275" b="1">
                <a:solidFill>
                  <a:srgbClr val="2563EB"/>
                </a:solidFill>
                <a:latin typeface="Arial"/>
                <a:ea typeface="Arial"/>
                <a:cs typeface="Arial"/>
              </a:defRPr>
            </a:lvl6pPr>
            <a:lvl7pPr>
              <a:defRPr sz="1275" b="1">
                <a:solidFill>
                  <a:srgbClr val="2563EB"/>
                </a:solidFill>
                <a:latin typeface="Arial"/>
                <a:ea typeface="Arial"/>
                <a:cs typeface="Arial"/>
              </a:defRPr>
            </a:lvl7pPr>
            <a:lvl8pPr>
              <a:defRPr sz="1275" b="1">
                <a:solidFill>
                  <a:srgbClr val="2563EB"/>
                </a:solidFill>
                <a:latin typeface="Arial"/>
                <a:ea typeface="Arial"/>
                <a:cs typeface="Arial"/>
              </a:defRPr>
            </a:lvl8pPr>
            <a:lvl9pPr>
              <a:defRPr sz="1275" b="1">
                <a:solidFill>
                  <a:srgbClr val="2563EB"/>
                </a:solidFill>
                <a:latin typeface="Arial"/>
                <a:ea typeface="Arial"/>
                <a:cs typeface="Arial"/>
              </a:defRPr>
            </a:lvl9pPr>
          </a:lstStyle>
          <a:p xmlns:a="http://schemas.openxmlformats.org/drawingml/2006/main">
            <a:pPr>
              <a:defRPr sz="1275" b="1">
                <a:solidFill>
                  <a:srgbClr val="2563EB"/>
                </a:solidFill>
                <a:latin typeface="Arial"/>
                <a:ea typeface="Arial"/>
                <a:cs typeface="Arial"/>
              </a:defRPr>
            </a:pPr>
            <a:r>
              <a:rPr sz="1275" b="1">
                <a:solidFill>
                  <a:srgbClr val="2563EB"/>
                </a:solidFill>
                <a:latin typeface="Arial"/>
                <a:ea typeface="Arial"/>
                <a:cs typeface="Arial"/>
              </a:rPr>
              <a:t>SMARTMOBILE STORE</a:t>
            </a:r>
          </a:p>
        </p:txBody>
      </p:sp>
      <p:sp>
        <p:nvSpPr>
          <p:cNvPr id="2" name="">
            <a:extLst xmlns:a="http://schemas.openxmlformats.org/drawingml/2006/main">
              <a:ext uri="{FF2B5EF4-FFF2-40B4-BE49-F238E27FC236}">
                <a16:creationId xmlns:a16="http://schemas.microsoft.com/office/drawing/2014/main" id="{CBE12EA6-4384-43C2-A21C-F1701A6C5D9C}"/>
              </a:ext>
            </a:extLst>
          </p:cNvPr>
          <p:cNvSpPr>
            <a:spLocks xmlns:a="http://schemas.openxmlformats.org/drawingml/2006/main" noGrp="1"/>
          </p:cNvSpPr>
          <p:nvPr/>
        </p:nvSpPr>
        <p:spPr>
          <a:xfrm xmlns:a="http://schemas.openxmlformats.org/drawingml/2006/main">
            <a:off x="609600" y="8763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Kiến trúc MVC</a:t>
            </a:r>
          </a:p>
        </p:txBody>
      </p:sp>
      <p:sp>
        <p:nvSpPr>
          <p:cNvPr id="3" name="">
            <a:extLst xmlns:a="http://schemas.openxmlformats.org/drawingml/2006/main">
              <a:ext uri="{FF2B5EF4-FFF2-40B4-BE49-F238E27FC236}">
                <a16:creationId xmlns:a16="http://schemas.microsoft.com/office/drawing/2014/main" id="{37FDBF19-3DCC-4DA3-9E53-A94E10323D0D}"/>
              </a:ext>
            </a:extLst>
          </p:cNvPr>
          <p:cNvSpPr>
            <a:spLocks xmlns:a="http://schemas.openxmlformats.org/drawingml/2006/main" noGrp="1"/>
          </p:cNvSpPr>
          <p:nvPr/>
        </p:nvSpPr>
        <p:spPr>
          <a:xfrm xmlns:a="http://schemas.openxmlformats.org/drawingml/2006/main">
            <a:off x="609600" y="63436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Lê Ngọc Thuận · Dự án cá nhân</a:t>
            </a:r>
          </a:p>
        </p:txBody>
      </p:sp>
      <p:sp>
        <p:nvSpPr>
          <p:cNvPr id="4" name="">
            <a:extLst xmlns:a="http://schemas.openxmlformats.org/drawingml/2006/main">
              <a:ext uri="{FF2B5EF4-FFF2-40B4-BE49-F238E27FC236}">
                <a16:creationId xmlns:a16="http://schemas.microsoft.com/office/drawing/2014/main" id="{09291393-E1C6-49A6-A624-512BD4B71508}"/>
              </a:ext>
            </a:extLst>
          </p:cNvPr>
          <p:cNvSpPr>
            <a:spLocks xmlns:a="http://schemas.openxmlformats.org/drawingml/2006/main" noGrp="1"/>
          </p:cNvSpPr>
          <p:nvPr/>
        </p:nvSpPr>
        <p:spPr>
          <a:xfrm xmlns:a="http://schemas.openxmlformats.org/drawingml/2006/main">
            <a:off x="1104900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64FF75B-C138-4FFF-8B0A-2C54A72FC6E3}"/>
              </a:ext>
            </a:extLst>
          </p:cNvPr>
          <p:cNvSpPr>
            <a:spLocks xmlns:a="http://schemas.openxmlformats.org/drawingml/2006/main" noGrp="1"/>
          </p:cNvSpPr>
          <p:nvPr/>
        </p:nvSpPr>
        <p:spPr>
          <a:xfrm xmlns:a="http://schemas.openxmlformats.org/drawingml/2006/main">
            <a:off x="609600" y="2190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Controller nhận request và kiểm tra ViewModel.</a:t>
            </a:r>
          </a:p>
        </p:txBody>
      </p:sp>
      <p:sp>
        <p:nvSpPr>
          <p:cNvPr id="6" name="">
            <a:extLst xmlns:a="http://schemas.openxmlformats.org/drawingml/2006/main">
              <a:ext uri="{FF2B5EF4-FFF2-40B4-BE49-F238E27FC236}">
                <a16:creationId xmlns:a16="http://schemas.microsoft.com/office/drawing/2014/main" id="{17631947-20C2-4673-90AB-0CB0AB31AE98}"/>
              </a:ext>
            </a:extLst>
          </p:cNvPr>
          <p:cNvSpPr>
            <a:spLocks xmlns:a="http://schemas.openxmlformats.org/drawingml/2006/main" noGrp="1"/>
          </p:cNvSpPr>
          <p:nvPr/>
        </p:nvSpPr>
        <p:spPr>
          <a:xfrm xmlns:a="http://schemas.openxmlformats.org/drawingml/2006/main">
            <a:off x="609600" y="28956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Service xử lý giỏ hàng, đặt hàng và upload ảnh.</a:t>
            </a:r>
          </a:p>
        </p:txBody>
      </p:sp>
      <p:sp>
        <p:nvSpPr>
          <p:cNvPr id="7" name="">
            <a:extLst xmlns:a="http://schemas.openxmlformats.org/drawingml/2006/main">
              <a:ext uri="{FF2B5EF4-FFF2-40B4-BE49-F238E27FC236}">
                <a16:creationId xmlns:a16="http://schemas.microsoft.com/office/drawing/2014/main" id="{809F20E3-854D-441F-9140-462D94AD3F9B}"/>
              </a:ext>
            </a:extLst>
          </p:cNvPr>
          <p:cNvSpPr>
            <a:spLocks xmlns:a="http://schemas.openxmlformats.org/drawingml/2006/main" noGrp="1"/>
          </p:cNvSpPr>
          <p:nvPr/>
        </p:nvSpPr>
        <p:spPr>
          <a:xfrm xmlns:a="http://schemas.openxmlformats.org/drawingml/2006/main">
            <a:off x="609600" y="3600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DbContext / EF Core đọc và ghi SQL Server.</a:t>
            </a:r>
          </a:p>
        </p:txBody>
      </p:sp>
      <p:sp>
        <p:nvSpPr>
          <p:cNvPr id="8" name="">
            <a:extLst xmlns:a="http://schemas.openxmlformats.org/drawingml/2006/main">
              <a:ext uri="{FF2B5EF4-FFF2-40B4-BE49-F238E27FC236}">
                <a16:creationId xmlns:a16="http://schemas.microsoft.com/office/drawing/2014/main" id="{97DF3CC6-13D5-4990-8A2D-D3ECF1C7F1E8}"/>
              </a:ext>
            </a:extLst>
          </p:cNvPr>
          <p:cNvSpPr>
            <a:spLocks xmlns:a="http://schemas.openxmlformats.org/drawingml/2006/main" noGrp="1"/>
          </p:cNvSpPr>
          <p:nvPr/>
        </p:nvSpPr>
        <p:spPr>
          <a:xfrm xmlns:a="http://schemas.openxmlformats.org/drawingml/2006/main">
            <a:off x="609600" y="43053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Razor View hiển thị dữ liệu, CSS/JS xử lý giao diện.</a:t>
            </a:r>
          </a:p>
        </p:txBody>
      </p:sp>
      <p:sp>
        <p:nvSpPr>
          <p:cNvPr id="9" name="">
            <a:extLst xmlns:a="http://schemas.openxmlformats.org/drawingml/2006/main">
              <a:ext uri="{FF2B5EF4-FFF2-40B4-BE49-F238E27FC236}">
                <a16:creationId xmlns:a16="http://schemas.microsoft.com/office/drawing/2014/main" id="{676E6A48-9C84-4296-81B6-8A79D95F230C}"/>
              </a:ext>
            </a:extLst>
          </p:cNvPr>
          <p:cNvSpPr>
            <a:spLocks xmlns:a="http://schemas.openxmlformats.org/drawingml/2006/main" noGrp="1"/>
          </p:cNvSpPr>
          <p:nvPr/>
        </p:nvSpPr>
        <p:spPr>
          <a:xfrm xmlns:a="http://schemas.openxmlformats.org/drawingml/2006/main">
            <a:off x="609600" y="5010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Areas/Admin được bảo vệ bằng vai trò Admin.</a:t>
            </a:r>
          </a:p>
        </p:txBody>
      </p:sp>
    </p:spTree>
    <p:extLst>
      <p:ext uri="{BB962C8B-B14F-4D97-AF65-F5344CB8AC3E}">
        <p14:creationId xmlns:p14="http://schemas.microsoft.com/office/powerpoint/2010/main" val="18002778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A95EFE7-20D4-4719-9CC8-37101DE024B1}"/>
              </a:ext>
            </a:extLst>
          </p:cNvPr>
          <p:cNvSpPr>
            <a:spLocks xmlns:a="http://schemas.openxmlformats.org/drawingml/2006/main" noGrp="1"/>
          </p:cNvSpPr>
          <p:nvPr/>
        </p:nvSpPr>
        <p:spPr>
          <a:xfrm xmlns:a="http://schemas.openxmlformats.org/drawingml/2006/main">
            <a:off x="609600" y="30480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563EB"/>
                </a:solidFill>
                <a:latin typeface="Arial"/>
                <a:ea typeface="Arial"/>
                <a:cs typeface="Arial"/>
              </a:defRPr>
            </a:defPPr>
            <a:lvl1pPr>
              <a:defRPr sz="1275" b="1">
                <a:solidFill>
                  <a:srgbClr val="2563EB"/>
                </a:solidFill>
                <a:latin typeface="Arial"/>
                <a:ea typeface="Arial"/>
                <a:cs typeface="Arial"/>
              </a:defRPr>
            </a:lvl1pPr>
            <a:lvl2pPr>
              <a:defRPr sz="1275" b="1">
                <a:solidFill>
                  <a:srgbClr val="2563EB"/>
                </a:solidFill>
                <a:latin typeface="Arial"/>
                <a:ea typeface="Arial"/>
                <a:cs typeface="Arial"/>
              </a:defRPr>
            </a:lvl2pPr>
            <a:lvl3pPr>
              <a:defRPr sz="1275" b="1">
                <a:solidFill>
                  <a:srgbClr val="2563EB"/>
                </a:solidFill>
                <a:latin typeface="Arial"/>
                <a:ea typeface="Arial"/>
                <a:cs typeface="Arial"/>
              </a:defRPr>
            </a:lvl3pPr>
            <a:lvl4pPr>
              <a:defRPr sz="1275" b="1">
                <a:solidFill>
                  <a:srgbClr val="2563EB"/>
                </a:solidFill>
                <a:latin typeface="Arial"/>
                <a:ea typeface="Arial"/>
                <a:cs typeface="Arial"/>
              </a:defRPr>
            </a:lvl4pPr>
            <a:lvl5pPr>
              <a:defRPr sz="1275" b="1">
                <a:solidFill>
                  <a:srgbClr val="2563EB"/>
                </a:solidFill>
                <a:latin typeface="Arial"/>
                <a:ea typeface="Arial"/>
                <a:cs typeface="Arial"/>
              </a:defRPr>
            </a:lvl5pPr>
            <a:lvl6pPr>
              <a:defRPr sz="1275" b="1">
                <a:solidFill>
                  <a:srgbClr val="2563EB"/>
                </a:solidFill>
                <a:latin typeface="Arial"/>
                <a:ea typeface="Arial"/>
                <a:cs typeface="Arial"/>
              </a:defRPr>
            </a:lvl6pPr>
            <a:lvl7pPr>
              <a:defRPr sz="1275" b="1">
                <a:solidFill>
                  <a:srgbClr val="2563EB"/>
                </a:solidFill>
                <a:latin typeface="Arial"/>
                <a:ea typeface="Arial"/>
                <a:cs typeface="Arial"/>
              </a:defRPr>
            </a:lvl7pPr>
            <a:lvl8pPr>
              <a:defRPr sz="1275" b="1">
                <a:solidFill>
                  <a:srgbClr val="2563EB"/>
                </a:solidFill>
                <a:latin typeface="Arial"/>
                <a:ea typeface="Arial"/>
                <a:cs typeface="Arial"/>
              </a:defRPr>
            </a:lvl8pPr>
            <a:lvl9pPr>
              <a:defRPr sz="1275" b="1">
                <a:solidFill>
                  <a:srgbClr val="2563EB"/>
                </a:solidFill>
                <a:latin typeface="Arial"/>
                <a:ea typeface="Arial"/>
                <a:cs typeface="Arial"/>
              </a:defRPr>
            </a:lvl9pPr>
          </a:lstStyle>
          <a:p xmlns:a="http://schemas.openxmlformats.org/drawingml/2006/main">
            <a:pPr>
              <a:defRPr sz="1275" b="1">
                <a:solidFill>
                  <a:srgbClr val="2563EB"/>
                </a:solidFill>
                <a:latin typeface="Arial"/>
                <a:ea typeface="Arial"/>
                <a:cs typeface="Arial"/>
              </a:defRPr>
            </a:pPr>
            <a:r>
              <a:rPr sz="1275" b="1">
                <a:solidFill>
                  <a:srgbClr val="2563EB"/>
                </a:solidFill>
                <a:latin typeface="Arial"/>
                <a:ea typeface="Arial"/>
                <a:cs typeface="Arial"/>
              </a:rPr>
              <a:t>SMARTMOBILE STORE</a:t>
            </a:r>
          </a:p>
        </p:txBody>
      </p:sp>
      <p:sp>
        <p:nvSpPr>
          <p:cNvPr id="2" name="">
            <a:extLst xmlns:a="http://schemas.openxmlformats.org/drawingml/2006/main">
              <a:ext uri="{FF2B5EF4-FFF2-40B4-BE49-F238E27FC236}">
                <a16:creationId xmlns:a16="http://schemas.microsoft.com/office/drawing/2014/main" id="{532D611D-4628-4212-A4A7-467CAB9FA0A0}"/>
              </a:ext>
            </a:extLst>
          </p:cNvPr>
          <p:cNvSpPr>
            <a:spLocks xmlns:a="http://schemas.openxmlformats.org/drawingml/2006/main" noGrp="1"/>
          </p:cNvSpPr>
          <p:nvPr/>
        </p:nvSpPr>
        <p:spPr>
          <a:xfrm xmlns:a="http://schemas.openxmlformats.org/drawingml/2006/main">
            <a:off x="609600" y="8763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Thiết kế dữ liệu</a:t>
            </a:r>
          </a:p>
        </p:txBody>
      </p:sp>
      <p:sp>
        <p:nvSpPr>
          <p:cNvPr id="3" name="">
            <a:extLst xmlns:a="http://schemas.openxmlformats.org/drawingml/2006/main">
              <a:ext uri="{FF2B5EF4-FFF2-40B4-BE49-F238E27FC236}">
                <a16:creationId xmlns:a16="http://schemas.microsoft.com/office/drawing/2014/main" id="{D235A7F0-51A9-485E-BE03-0838E921F096}"/>
              </a:ext>
            </a:extLst>
          </p:cNvPr>
          <p:cNvSpPr>
            <a:spLocks xmlns:a="http://schemas.openxmlformats.org/drawingml/2006/main" noGrp="1"/>
          </p:cNvSpPr>
          <p:nvPr/>
        </p:nvSpPr>
        <p:spPr>
          <a:xfrm xmlns:a="http://schemas.openxmlformats.org/drawingml/2006/main">
            <a:off x="609600" y="63436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Lê Ngọc Thuận · Dự án cá nhân</a:t>
            </a:r>
          </a:p>
        </p:txBody>
      </p:sp>
      <p:sp>
        <p:nvSpPr>
          <p:cNvPr id="4" name="">
            <a:extLst xmlns:a="http://schemas.openxmlformats.org/drawingml/2006/main">
              <a:ext uri="{FF2B5EF4-FFF2-40B4-BE49-F238E27FC236}">
                <a16:creationId xmlns:a16="http://schemas.microsoft.com/office/drawing/2014/main" id="{0904B754-8CA4-452C-80D6-2C3C82DEBDEA}"/>
              </a:ext>
            </a:extLst>
          </p:cNvPr>
          <p:cNvSpPr>
            <a:spLocks xmlns:a="http://schemas.openxmlformats.org/drawingml/2006/main" noGrp="1"/>
          </p:cNvSpPr>
          <p:nvPr/>
        </p:nvSpPr>
        <p:spPr>
          <a:xfrm xmlns:a="http://schemas.openxmlformats.org/drawingml/2006/main">
            <a:off x="1104900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5922F7C-79AE-4F87-AD11-103DB1B0AB1C}"/>
              </a:ext>
            </a:extLst>
          </p:cNvPr>
          <p:cNvSpPr>
            <a:spLocks xmlns:a="http://schemas.openxmlformats.org/drawingml/2006/main" noGrp="1"/>
          </p:cNvSpPr>
          <p:nvPr/>
        </p:nvSpPr>
        <p:spPr>
          <a:xfrm xmlns:a="http://schemas.openxmlformats.org/drawingml/2006/main">
            <a:off x="609600" y="2190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Categories có nhiều Products và thông số sản phẩm.</a:t>
            </a:r>
          </a:p>
        </p:txBody>
      </p:sp>
      <p:sp>
        <p:nvSpPr>
          <p:cNvPr id="6" name="">
            <a:extLst xmlns:a="http://schemas.openxmlformats.org/drawingml/2006/main">
              <a:ext uri="{FF2B5EF4-FFF2-40B4-BE49-F238E27FC236}">
                <a16:creationId xmlns:a16="http://schemas.microsoft.com/office/drawing/2014/main" id="{4AB6C2C8-F0EA-453C-9E3D-08767F103974}"/>
              </a:ext>
            </a:extLst>
          </p:cNvPr>
          <p:cNvSpPr>
            <a:spLocks xmlns:a="http://schemas.openxmlformats.org/drawingml/2006/main" noGrp="1"/>
          </p:cNvSpPr>
          <p:nvPr/>
        </p:nvSpPr>
        <p:spPr>
          <a:xfrm xmlns:a="http://schemas.openxmlformats.org/drawingml/2006/main">
            <a:off x="609600" y="28956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Identity quản lý tài khoản, vai trò và mật khẩu hash.</a:t>
            </a:r>
          </a:p>
        </p:txBody>
      </p:sp>
      <p:sp>
        <p:nvSpPr>
          <p:cNvPr id="7" name="">
            <a:extLst xmlns:a="http://schemas.openxmlformats.org/drawingml/2006/main">
              <a:ext uri="{FF2B5EF4-FFF2-40B4-BE49-F238E27FC236}">
                <a16:creationId xmlns:a16="http://schemas.microsoft.com/office/drawing/2014/main" id="{6ACA5742-1BD6-456C-B6BD-DDB56390CBD9}"/>
              </a:ext>
            </a:extLst>
          </p:cNvPr>
          <p:cNvSpPr>
            <a:spLocks xmlns:a="http://schemas.openxmlformats.org/drawingml/2006/main" noGrp="1"/>
          </p:cNvSpPr>
          <p:nvPr/>
        </p:nvSpPr>
        <p:spPr>
          <a:xfrm xmlns:a="http://schemas.openxmlformats.org/drawingml/2006/main">
            <a:off x="609600" y="3600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Orders / OrderItems lưu đơn và giá tại thời điểm mua.</a:t>
            </a:r>
          </a:p>
        </p:txBody>
      </p:sp>
      <p:sp>
        <p:nvSpPr>
          <p:cNvPr id="8" name="">
            <a:extLst xmlns:a="http://schemas.openxmlformats.org/drawingml/2006/main">
              <a:ext uri="{FF2B5EF4-FFF2-40B4-BE49-F238E27FC236}">
                <a16:creationId xmlns:a16="http://schemas.microsoft.com/office/drawing/2014/main" id="{BD9AC164-0473-4822-B825-1DF111CA3B78}"/>
              </a:ext>
            </a:extLst>
          </p:cNvPr>
          <p:cNvSpPr>
            <a:spLocks xmlns:a="http://schemas.openxmlformats.org/drawingml/2006/main" noGrp="1"/>
          </p:cNvSpPr>
          <p:nvPr/>
        </p:nvSpPr>
        <p:spPr>
          <a:xfrm xmlns:a="http://schemas.openxmlformats.org/drawingml/2006/main">
            <a:off x="609600" y="43053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ContactMessages lưu yêu cầu liên hệ.</a:t>
            </a:r>
          </a:p>
        </p:txBody>
      </p:sp>
      <p:sp>
        <p:nvSpPr>
          <p:cNvPr id="9" name="">
            <a:extLst xmlns:a="http://schemas.openxmlformats.org/drawingml/2006/main">
              <a:ext uri="{FF2B5EF4-FFF2-40B4-BE49-F238E27FC236}">
                <a16:creationId xmlns:a16="http://schemas.microsoft.com/office/drawing/2014/main" id="{12E5E1DA-FD5C-4212-A923-B47B72F832D1}"/>
              </a:ext>
            </a:extLst>
          </p:cNvPr>
          <p:cNvSpPr>
            <a:spLocks xmlns:a="http://schemas.openxmlformats.org/drawingml/2006/main" noGrp="1"/>
          </p:cNvSpPr>
          <p:nvPr/>
        </p:nvSpPr>
        <p:spPr>
          <a:xfrm xmlns:a="http://schemas.openxmlformats.org/drawingml/2006/main">
            <a:off x="609600" y="5010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Giá decimal, khóa ngoại, unique index và rowversion.</a:t>
            </a:r>
          </a:p>
        </p:txBody>
      </p:sp>
    </p:spTree>
    <p:extLst>
      <p:ext uri="{BB962C8B-B14F-4D97-AF65-F5344CB8AC3E}">
        <p14:creationId xmlns:p14="http://schemas.microsoft.com/office/powerpoint/2010/main" val="6393823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B42952B-0B9B-4B8F-8205-346236896D1A}"/>
              </a:ext>
            </a:extLst>
          </p:cNvPr>
          <p:cNvSpPr>
            <a:spLocks xmlns:a="http://schemas.openxmlformats.org/drawingml/2006/main" noGrp="1"/>
          </p:cNvSpPr>
          <p:nvPr/>
        </p:nvSpPr>
        <p:spPr>
          <a:xfrm xmlns:a="http://schemas.openxmlformats.org/drawingml/2006/main">
            <a:off x="609600" y="30480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563EB"/>
                </a:solidFill>
                <a:latin typeface="Arial"/>
                <a:ea typeface="Arial"/>
                <a:cs typeface="Arial"/>
              </a:defRPr>
            </a:defPPr>
            <a:lvl1pPr>
              <a:defRPr sz="1275" b="1">
                <a:solidFill>
                  <a:srgbClr val="2563EB"/>
                </a:solidFill>
                <a:latin typeface="Arial"/>
                <a:ea typeface="Arial"/>
                <a:cs typeface="Arial"/>
              </a:defRPr>
            </a:lvl1pPr>
            <a:lvl2pPr>
              <a:defRPr sz="1275" b="1">
                <a:solidFill>
                  <a:srgbClr val="2563EB"/>
                </a:solidFill>
                <a:latin typeface="Arial"/>
                <a:ea typeface="Arial"/>
                <a:cs typeface="Arial"/>
              </a:defRPr>
            </a:lvl2pPr>
            <a:lvl3pPr>
              <a:defRPr sz="1275" b="1">
                <a:solidFill>
                  <a:srgbClr val="2563EB"/>
                </a:solidFill>
                <a:latin typeface="Arial"/>
                <a:ea typeface="Arial"/>
                <a:cs typeface="Arial"/>
              </a:defRPr>
            </a:lvl3pPr>
            <a:lvl4pPr>
              <a:defRPr sz="1275" b="1">
                <a:solidFill>
                  <a:srgbClr val="2563EB"/>
                </a:solidFill>
                <a:latin typeface="Arial"/>
                <a:ea typeface="Arial"/>
                <a:cs typeface="Arial"/>
              </a:defRPr>
            </a:lvl4pPr>
            <a:lvl5pPr>
              <a:defRPr sz="1275" b="1">
                <a:solidFill>
                  <a:srgbClr val="2563EB"/>
                </a:solidFill>
                <a:latin typeface="Arial"/>
                <a:ea typeface="Arial"/>
                <a:cs typeface="Arial"/>
              </a:defRPr>
            </a:lvl5pPr>
            <a:lvl6pPr>
              <a:defRPr sz="1275" b="1">
                <a:solidFill>
                  <a:srgbClr val="2563EB"/>
                </a:solidFill>
                <a:latin typeface="Arial"/>
                <a:ea typeface="Arial"/>
                <a:cs typeface="Arial"/>
              </a:defRPr>
            </a:lvl6pPr>
            <a:lvl7pPr>
              <a:defRPr sz="1275" b="1">
                <a:solidFill>
                  <a:srgbClr val="2563EB"/>
                </a:solidFill>
                <a:latin typeface="Arial"/>
                <a:ea typeface="Arial"/>
                <a:cs typeface="Arial"/>
              </a:defRPr>
            </a:lvl7pPr>
            <a:lvl8pPr>
              <a:defRPr sz="1275" b="1">
                <a:solidFill>
                  <a:srgbClr val="2563EB"/>
                </a:solidFill>
                <a:latin typeface="Arial"/>
                <a:ea typeface="Arial"/>
                <a:cs typeface="Arial"/>
              </a:defRPr>
            </a:lvl8pPr>
            <a:lvl9pPr>
              <a:defRPr sz="1275" b="1">
                <a:solidFill>
                  <a:srgbClr val="2563EB"/>
                </a:solidFill>
                <a:latin typeface="Arial"/>
                <a:ea typeface="Arial"/>
                <a:cs typeface="Arial"/>
              </a:defRPr>
            </a:lvl9pPr>
          </a:lstStyle>
          <a:p xmlns:a="http://schemas.openxmlformats.org/drawingml/2006/main">
            <a:pPr>
              <a:defRPr sz="1275" b="1">
                <a:solidFill>
                  <a:srgbClr val="2563EB"/>
                </a:solidFill>
                <a:latin typeface="Arial"/>
                <a:ea typeface="Arial"/>
                <a:cs typeface="Arial"/>
              </a:defRPr>
            </a:pPr>
            <a:r>
              <a:rPr sz="1275" b="1">
                <a:solidFill>
                  <a:srgbClr val="2563EB"/>
                </a:solidFill>
                <a:latin typeface="Arial"/>
                <a:ea typeface="Arial"/>
                <a:cs typeface="Arial"/>
              </a:rPr>
              <a:t>SMARTMOBILE STORE</a:t>
            </a:r>
          </a:p>
        </p:txBody>
      </p:sp>
      <p:sp>
        <p:nvSpPr>
          <p:cNvPr id="2" name="">
            <a:extLst xmlns:a="http://schemas.openxmlformats.org/drawingml/2006/main">
              <a:ext uri="{FF2B5EF4-FFF2-40B4-BE49-F238E27FC236}">
                <a16:creationId xmlns:a16="http://schemas.microsoft.com/office/drawing/2014/main" id="{27C03B7E-A148-4FBD-99A2-62377E4BB0A4}"/>
              </a:ext>
            </a:extLst>
          </p:cNvPr>
          <p:cNvSpPr>
            <a:spLocks xmlns:a="http://schemas.openxmlformats.org/drawingml/2006/main" noGrp="1"/>
          </p:cNvSpPr>
          <p:nvPr/>
        </p:nvSpPr>
        <p:spPr>
          <a:xfrm xmlns:a="http://schemas.openxmlformats.org/drawingml/2006/main">
            <a:off x="609600" y="8763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Chức năng User và Admin</a:t>
            </a:r>
          </a:p>
        </p:txBody>
      </p:sp>
      <p:sp>
        <p:nvSpPr>
          <p:cNvPr id="3" name="">
            <a:extLst xmlns:a="http://schemas.openxmlformats.org/drawingml/2006/main">
              <a:ext uri="{FF2B5EF4-FFF2-40B4-BE49-F238E27FC236}">
                <a16:creationId xmlns:a16="http://schemas.microsoft.com/office/drawing/2014/main" id="{2631B439-BEDF-4DB2-8443-C5F5B5CFB9AA}"/>
              </a:ext>
            </a:extLst>
          </p:cNvPr>
          <p:cNvSpPr>
            <a:spLocks xmlns:a="http://schemas.openxmlformats.org/drawingml/2006/main" noGrp="1"/>
          </p:cNvSpPr>
          <p:nvPr/>
        </p:nvSpPr>
        <p:spPr>
          <a:xfrm xmlns:a="http://schemas.openxmlformats.org/drawingml/2006/main">
            <a:off x="609600" y="63436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Lê Ngọc Thuận · Dự án cá nhân</a:t>
            </a:r>
          </a:p>
        </p:txBody>
      </p:sp>
      <p:sp>
        <p:nvSpPr>
          <p:cNvPr id="4" name="">
            <a:extLst xmlns:a="http://schemas.openxmlformats.org/drawingml/2006/main">
              <a:ext uri="{FF2B5EF4-FFF2-40B4-BE49-F238E27FC236}">
                <a16:creationId xmlns:a16="http://schemas.microsoft.com/office/drawing/2014/main" id="{F7BBC41B-01EB-4126-8BE8-73C41C231D8B}"/>
              </a:ext>
            </a:extLst>
          </p:cNvPr>
          <p:cNvSpPr>
            <a:spLocks xmlns:a="http://schemas.openxmlformats.org/drawingml/2006/main" noGrp="1"/>
          </p:cNvSpPr>
          <p:nvPr/>
        </p:nvSpPr>
        <p:spPr>
          <a:xfrm xmlns:a="http://schemas.openxmlformats.org/drawingml/2006/main">
            <a:off x="1104900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287D7A1-D092-4B1E-9EA6-94709D99C3E5}"/>
              </a:ext>
            </a:extLst>
          </p:cNvPr>
          <p:cNvSpPr>
            <a:spLocks xmlns:a="http://schemas.openxmlformats.org/drawingml/2006/main" noGrp="1"/>
          </p:cNvSpPr>
          <p:nvPr/>
        </p:nvSpPr>
        <p:spPr>
          <a:xfrm xmlns:a="http://schemas.openxmlformats.org/drawingml/2006/main">
            <a:off x="609600" y="20955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563EB"/>
                </a:solidFill>
                <a:latin typeface="Arial"/>
                <a:ea typeface="Arial"/>
                <a:cs typeface="Arial"/>
              </a:defRPr>
            </a:defPPr>
            <a:lvl1pPr>
              <a:defRPr sz="2325" b="1">
                <a:solidFill>
                  <a:srgbClr val="2563EB"/>
                </a:solidFill>
                <a:latin typeface="Arial"/>
                <a:ea typeface="Arial"/>
                <a:cs typeface="Arial"/>
              </a:defRPr>
            </a:lvl1pPr>
            <a:lvl2pPr>
              <a:defRPr sz="2325" b="1">
                <a:solidFill>
                  <a:srgbClr val="2563EB"/>
                </a:solidFill>
                <a:latin typeface="Arial"/>
                <a:ea typeface="Arial"/>
                <a:cs typeface="Arial"/>
              </a:defRPr>
            </a:lvl2pPr>
            <a:lvl3pPr>
              <a:defRPr sz="2325" b="1">
                <a:solidFill>
                  <a:srgbClr val="2563EB"/>
                </a:solidFill>
                <a:latin typeface="Arial"/>
                <a:ea typeface="Arial"/>
                <a:cs typeface="Arial"/>
              </a:defRPr>
            </a:lvl3pPr>
            <a:lvl4pPr>
              <a:defRPr sz="2325" b="1">
                <a:solidFill>
                  <a:srgbClr val="2563EB"/>
                </a:solidFill>
                <a:latin typeface="Arial"/>
                <a:ea typeface="Arial"/>
                <a:cs typeface="Arial"/>
              </a:defRPr>
            </a:lvl4pPr>
            <a:lvl5pPr>
              <a:defRPr sz="2325" b="1">
                <a:solidFill>
                  <a:srgbClr val="2563EB"/>
                </a:solidFill>
                <a:latin typeface="Arial"/>
                <a:ea typeface="Arial"/>
                <a:cs typeface="Arial"/>
              </a:defRPr>
            </a:lvl5pPr>
            <a:lvl6pPr>
              <a:defRPr sz="2325" b="1">
                <a:solidFill>
                  <a:srgbClr val="2563EB"/>
                </a:solidFill>
                <a:latin typeface="Arial"/>
                <a:ea typeface="Arial"/>
                <a:cs typeface="Arial"/>
              </a:defRPr>
            </a:lvl6pPr>
            <a:lvl7pPr>
              <a:defRPr sz="2325" b="1">
                <a:solidFill>
                  <a:srgbClr val="2563EB"/>
                </a:solidFill>
                <a:latin typeface="Arial"/>
                <a:ea typeface="Arial"/>
                <a:cs typeface="Arial"/>
              </a:defRPr>
            </a:lvl7pPr>
            <a:lvl8pPr>
              <a:defRPr sz="2325" b="1">
                <a:solidFill>
                  <a:srgbClr val="2563EB"/>
                </a:solidFill>
                <a:latin typeface="Arial"/>
                <a:ea typeface="Arial"/>
                <a:cs typeface="Arial"/>
              </a:defRPr>
            </a:lvl8pPr>
            <a:lvl9pPr>
              <a:defRPr sz="2325" b="1">
                <a:solidFill>
                  <a:srgbClr val="2563EB"/>
                </a:solidFill>
                <a:latin typeface="Arial"/>
                <a:ea typeface="Arial"/>
                <a:cs typeface="Arial"/>
              </a:defRPr>
            </a:lvl9pPr>
          </a:lstStyle>
          <a:p xmlns:a="http://schemas.openxmlformats.org/drawingml/2006/main">
            <a:pPr>
              <a:defRPr sz="2325" b="1">
                <a:solidFill>
                  <a:srgbClr val="2563EB"/>
                </a:solidFill>
                <a:latin typeface="Arial"/>
                <a:ea typeface="Arial"/>
                <a:cs typeface="Arial"/>
              </a:defRPr>
            </a:pPr>
            <a:r>
              <a:rPr sz="2325" b="1">
                <a:solidFill>
                  <a:srgbClr val="2563EB"/>
                </a:solidFill>
                <a:latin typeface="Arial"/>
                <a:ea typeface="Arial"/>
                <a:cs typeface="Arial"/>
              </a:rPr>
              <a:t>Khách hàng</a:t>
            </a:r>
          </a:p>
        </p:txBody>
      </p:sp>
      <p:sp>
        <p:nvSpPr>
          <p:cNvPr id="6" name="">
            <a:extLst xmlns:a="http://schemas.openxmlformats.org/drawingml/2006/main">
              <a:ext uri="{FF2B5EF4-FFF2-40B4-BE49-F238E27FC236}">
                <a16:creationId xmlns:a16="http://schemas.microsoft.com/office/drawing/2014/main" id="{98534D5E-F3C7-44EC-A931-622B02269E97}"/>
              </a:ext>
            </a:extLst>
          </p:cNvPr>
          <p:cNvSpPr>
            <a:spLocks xmlns:a="http://schemas.openxmlformats.org/drawingml/2006/main" noGrp="1"/>
          </p:cNvSpPr>
          <p:nvPr/>
        </p:nvSpPr>
        <p:spPr>
          <a:xfrm xmlns:a="http://schemas.openxmlformats.org/drawingml/2006/main">
            <a:off x="6381750" y="20955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563EB"/>
                </a:solidFill>
                <a:latin typeface="Arial"/>
                <a:ea typeface="Arial"/>
                <a:cs typeface="Arial"/>
              </a:defRPr>
            </a:defPPr>
            <a:lvl1pPr>
              <a:defRPr sz="2325" b="1">
                <a:solidFill>
                  <a:srgbClr val="2563EB"/>
                </a:solidFill>
                <a:latin typeface="Arial"/>
                <a:ea typeface="Arial"/>
                <a:cs typeface="Arial"/>
              </a:defRPr>
            </a:lvl1pPr>
            <a:lvl2pPr>
              <a:defRPr sz="2325" b="1">
                <a:solidFill>
                  <a:srgbClr val="2563EB"/>
                </a:solidFill>
                <a:latin typeface="Arial"/>
                <a:ea typeface="Arial"/>
                <a:cs typeface="Arial"/>
              </a:defRPr>
            </a:lvl2pPr>
            <a:lvl3pPr>
              <a:defRPr sz="2325" b="1">
                <a:solidFill>
                  <a:srgbClr val="2563EB"/>
                </a:solidFill>
                <a:latin typeface="Arial"/>
                <a:ea typeface="Arial"/>
                <a:cs typeface="Arial"/>
              </a:defRPr>
            </a:lvl3pPr>
            <a:lvl4pPr>
              <a:defRPr sz="2325" b="1">
                <a:solidFill>
                  <a:srgbClr val="2563EB"/>
                </a:solidFill>
                <a:latin typeface="Arial"/>
                <a:ea typeface="Arial"/>
                <a:cs typeface="Arial"/>
              </a:defRPr>
            </a:lvl4pPr>
            <a:lvl5pPr>
              <a:defRPr sz="2325" b="1">
                <a:solidFill>
                  <a:srgbClr val="2563EB"/>
                </a:solidFill>
                <a:latin typeface="Arial"/>
                <a:ea typeface="Arial"/>
                <a:cs typeface="Arial"/>
              </a:defRPr>
            </a:lvl5pPr>
            <a:lvl6pPr>
              <a:defRPr sz="2325" b="1">
                <a:solidFill>
                  <a:srgbClr val="2563EB"/>
                </a:solidFill>
                <a:latin typeface="Arial"/>
                <a:ea typeface="Arial"/>
                <a:cs typeface="Arial"/>
              </a:defRPr>
            </a:lvl6pPr>
            <a:lvl7pPr>
              <a:defRPr sz="2325" b="1">
                <a:solidFill>
                  <a:srgbClr val="2563EB"/>
                </a:solidFill>
                <a:latin typeface="Arial"/>
                <a:ea typeface="Arial"/>
                <a:cs typeface="Arial"/>
              </a:defRPr>
            </a:lvl7pPr>
            <a:lvl8pPr>
              <a:defRPr sz="2325" b="1">
                <a:solidFill>
                  <a:srgbClr val="2563EB"/>
                </a:solidFill>
                <a:latin typeface="Arial"/>
                <a:ea typeface="Arial"/>
                <a:cs typeface="Arial"/>
              </a:defRPr>
            </a:lvl8pPr>
            <a:lvl9pPr>
              <a:defRPr sz="2325" b="1">
                <a:solidFill>
                  <a:srgbClr val="2563EB"/>
                </a:solidFill>
                <a:latin typeface="Arial"/>
                <a:ea typeface="Arial"/>
                <a:cs typeface="Arial"/>
              </a:defRPr>
            </a:lvl9pPr>
          </a:lstStyle>
          <a:p xmlns:a="http://schemas.openxmlformats.org/drawingml/2006/main">
            <a:pPr>
              <a:defRPr sz="2325" b="1">
                <a:solidFill>
                  <a:srgbClr val="2563EB"/>
                </a:solidFill>
                <a:latin typeface="Arial"/>
                <a:ea typeface="Arial"/>
                <a:cs typeface="Arial"/>
              </a:defRPr>
            </a:pPr>
            <a:r>
              <a:rPr sz="2325" b="1">
                <a:solidFill>
                  <a:srgbClr val="2563EB"/>
                </a:solidFill>
                <a:latin typeface="Arial"/>
                <a:ea typeface="Arial"/>
                <a:cs typeface="Arial"/>
              </a:rPr>
              <a:t>Quản trị</a:t>
            </a:r>
          </a:p>
        </p:txBody>
      </p:sp>
      <p:sp>
        <p:nvSpPr>
          <p:cNvPr id="7" name="">
            <a:extLst xmlns:a="http://schemas.openxmlformats.org/drawingml/2006/main">
              <a:ext uri="{FF2B5EF4-FFF2-40B4-BE49-F238E27FC236}">
                <a16:creationId xmlns:a16="http://schemas.microsoft.com/office/drawing/2014/main" id="{2F0A6B83-1A67-476E-BDCC-64D0CA3E0BE2}"/>
              </a:ext>
            </a:extLst>
          </p:cNvPr>
          <p:cNvSpPr>
            <a:spLocks xmlns:a="http://schemas.openxmlformats.org/drawingml/2006/main" noGrp="1"/>
          </p:cNvSpPr>
          <p:nvPr/>
        </p:nvSpPr>
        <p:spPr>
          <a:xfrm xmlns:a="http://schemas.openxmlformats.org/drawingml/2006/main">
            <a:off x="609600" y="2809875"/>
            <a:ext cx="495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vl1pPr>
              <a:defRPr sz="2025" b="0">
                <a:solidFill>
                  <a:srgbClr val="233247"/>
                </a:solidFill>
                <a:latin typeface="Arial"/>
                <a:ea typeface="Arial"/>
                <a:cs typeface="Arial"/>
              </a:defRPr>
            </a:lvl1pPr>
            <a:lvl2pPr>
              <a:defRPr sz="2025" b="0">
                <a:solidFill>
                  <a:srgbClr val="233247"/>
                </a:solidFill>
                <a:latin typeface="Arial"/>
                <a:ea typeface="Arial"/>
                <a:cs typeface="Arial"/>
              </a:defRPr>
            </a:lvl2pPr>
            <a:lvl3pPr>
              <a:defRPr sz="2025" b="0">
                <a:solidFill>
                  <a:srgbClr val="233247"/>
                </a:solidFill>
                <a:latin typeface="Arial"/>
                <a:ea typeface="Arial"/>
                <a:cs typeface="Arial"/>
              </a:defRPr>
            </a:lvl3pPr>
            <a:lvl4pPr>
              <a:defRPr sz="2025" b="0">
                <a:solidFill>
                  <a:srgbClr val="233247"/>
                </a:solidFill>
                <a:latin typeface="Arial"/>
                <a:ea typeface="Arial"/>
                <a:cs typeface="Arial"/>
              </a:defRPr>
            </a:lvl4pPr>
            <a:lvl5pPr>
              <a:defRPr sz="2025" b="0">
                <a:solidFill>
                  <a:srgbClr val="233247"/>
                </a:solidFill>
                <a:latin typeface="Arial"/>
                <a:ea typeface="Arial"/>
                <a:cs typeface="Arial"/>
              </a:defRPr>
            </a:lvl5pPr>
            <a:lvl6pPr>
              <a:defRPr sz="2025" b="0">
                <a:solidFill>
                  <a:srgbClr val="233247"/>
                </a:solidFill>
                <a:latin typeface="Arial"/>
                <a:ea typeface="Arial"/>
                <a:cs typeface="Arial"/>
              </a:defRPr>
            </a:lvl6pPr>
            <a:lvl7pPr>
              <a:defRPr sz="2025" b="0">
                <a:solidFill>
                  <a:srgbClr val="233247"/>
                </a:solidFill>
                <a:latin typeface="Arial"/>
                <a:ea typeface="Arial"/>
                <a:cs typeface="Arial"/>
              </a:defRPr>
            </a:lvl7pPr>
            <a:lvl8pPr>
              <a:defRPr sz="2025" b="0">
                <a:solidFill>
                  <a:srgbClr val="233247"/>
                </a:solidFill>
                <a:latin typeface="Arial"/>
                <a:ea typeface="Arial"/>
                <a:cs typeface="Arial"/>
              </a:defRPr>
            </a:lvl8pPr>
            <a:lvl9pPr>
              <a:defRPr sz="2025" b="0">
                <a:solidFill>
                  <a:srgbClr val="233247"/>
                </a:solidFill>
                <a:latin typeface="Arial"/>
                <a:ea typeface="Arial"/>
                <a:cs typeface="Arial"/>
              </a:defRPr>
            </a:lvl9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Tìm, lọc và phân trang sản phẩm</a:t>
            </a:r>
          </a:p>
        </p:txBody>
      </p:sp>
      <p:sp>
        <p:nvSpPr>
          <p:cNvPr id="8" name="">
            <a:extLst xmlns:a="http://schemas.openxmlformats.org/drawingml/2006/main">
              <a:ext uri="{FF2B5EF4-FFF2-40B4-BE49-F238E27FC236}">
                <a16:creationId xmlns:a16="http://schemas.microsoft.com/office/drawing/2014/main" id="{D86B8E1A-30CF-47DB-AE62-E06FD3F87B69}"/>
              </a:ext>
            </a:extLst>
          </p:cNvPr>
          <p:cNvSpPr>
            <a:spLocks xmlns:a="http://schemas.openxmlformats.org/drawingml/2006/main" noGrp="1"/>
          </p:cNvSpPr>
          <p:nvPr/>
        </p:nvSpPr>
        <p:spPr>
          <a:xfrm xmlns:a="http://schemas.openxmlformats.org/drawingml/2006/main">
            <a:off x="609600" y="3552825"/>
            <a:ext cx="495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vl1pPr>
              <a:defRPr sz="2025" b="0">
                <a:solidFill>
                  <a:srgbClr val="233247"/>
                </a:solidFill>
                <a:latin typeface="Arial"/>
                <a:ea typeface="Arial"/>
                <a:cs typeface="Arial"/>
              </a:defRPr>
            </a:lvl1pPr>
            <a:lvl2pPr>
              <a:defRPr sz="2025" b="0">
                <a:solidFill>
                  <a:srgbClr val="233247"/>
                </a:solidFill>
                <a:latin typeface="Arial"/>
                <a:ea typeface="Arial"/>
                <a:cs typeface="Arial"/>
              </a:defRPr>
            </a:lvl2pPr>
            <a:lvl3pPr>
              <a:defRPr sz="2025" b="0">
                <a:solidFill>
                  <a:srgbClr val="233247"/>
                </a:solidFill>
                <a:latin typeface="Arial"/>
                <a:ea typeface="Arial"/>
                <a:cs typeface="Arial"/>
              </a:defRPr>
            </a:lvl3pPr>
            <a:lvl4pPr>
              <a:defRPr sz="2025" b="0">
                <a:solidFill>
                  <a:srgbClr val="233247"/>
                </a:solidFill>
                <a:latin typeface="Arial"/>
                <a:ea typeface="Arial"/>
                <a:cs typeface="Arial"/>
              </a:defRPr>
            </a:lvl4pPr>
            <a:lvl5pPr>
              <a:defRPr sz="2025" b="0">
                <a:solidFill>
                  <a:srgbClr val="233247"/>
                </a:solidFill>
                <a:latin typeface="Arial"/>
                <a:ea typeface="Arial"/>
                <a:cs typeface="Arial"/>
              </a:defRPr>
            </a:lvl5pPr>
            <a:lvl6pPr>
              <a:defRPr sz="2025" b="0">
                <a:solidFill>
                  <a:srgbClr val="233247"/>
                </a:solidFill>
                <a:latin typeface="Arial"/>
                <a:ea typeface="Arial"/>
                <a:cs typeface="Arial"/>
              </a:defRPr>
            </a:lvl6pPr>
            <a:lvl7pPr>
              <a:defRPr sz="2025" b="0">
                <a:solidFill>
                  <a:srgbClr val="233247"/>
                </a:solidFill>
                <a:latin typeface="Arial"/>
                <a:ea typeface="Arial"/>
                <a:cs typeface="Arial"/>
              </a:defRPr>
            </a:lvl7pPr>
            <a:lvl8pPr>
              <a:defRPr sz="2025" b="0">
                <a:solidFill>
                  <a:srgbClr val="233247"/>
                </a:solidFill>
                <a:latin typeface="Arial"/>
                <a:ea typeface="Arial"/>
                <a:cs typeface="Arial"/>
              </a:defRPr>
            </a:lvl8pPr>
            <a:lvl9pPr>
              <a:defRPr sz="2025" b="0">
                <a:solidFill>
                  <a:srgbClr val="233247"/>
                </a:solidFill>
                <a:latin typeface="Arial"/>
                <a:ea typeface="Arial"/>
                <a:cs typeface="Arial"/>
              </a:defRPr>
            </a:lvl9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Đăng ký, đăng nhập, giỏ session</a:t>
            </a:r>
          </a:p>
        </p:txBody>
      </p:sp>
      <p:sp>
        <p:nvSpPr>
          <p:cNvPr id="9" name="">
            <a:extLst xmlns:a="http://schemas.openxmlformats.org/drawingml/2006/main">
              <a:ext uri="{FF2B5EF4-FFF2-40B4-BE49-F238E27FC236}">
                <a16:creationId xmlns:a16="http://schemas.microsoft.com/office/drawing/2014/main" id="{CD1AD959-C8DF-48BE-8D63-FDB59C6F8558}"/>
              </a:ext>
            </a:extLst>
          </p:cNvPr>
          <p:cNvSpPr>
            <a:spLocks xmlns:a="http://schemas.openxmlformats.org/drawingml/2006/main" noGrp="1"/>
          </p:cNvSpPr>
          <p:nvPr/>
        </p:nvSpPr>
        <p:spPr>
          <a:xfrm xmlns:a="http://schemas.openxmlformats.org/drawingml/2006/main">
            <a:off x="609600" y="4295775"/>
            <a:ext cx="495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vl1pPr>
              <a:defRPr sz="2025" b="0">
                <a:solidFill>
                  <a:srgbClr val="233247"/>
                </a:solidFill>
                <a:latin typeface="Arial"/>
                <a:ea typeface="Arial"/>
                <a:cs typeface="Arial"/>
              </a:defRPr>
            </a:lvl1pPr>
            <a:lvl2pPr>
              <a:defRPr sz="2025" b="0">
                <a:solidFill>
                  <a:srgbClr val="233247"/>
                </a:solidFill>
                <a:latin typeface="Arial"/>
                <a:ea typeface="Arial"/>
                <a:cs typeface="Arial"/>
              </a:defRPr>
            </a:lvl2pPr>
            <a:lvl3pPr>
              <a:defRPr sz="2025" b="0">
                <a:solidFill>
                  <a:srgbClr val="233247"/>
                </a:solidFill>
                <a:latin typeface="Arial"/>
                <a:ea typeface="Arial"/>
                <a:cs typeface="Arial"/>
              </a:defRPr>
            </a:lvl3pPr>
            <a:lvl4pPr>
              <a:defRPr sz="2025" b="0">
                <a:solidFill>
                  <a:srgbClr val="233247"/>
                </a:solidFill>
                <a:latin typeface="Arial"/>
                <a:ea typeface="Arial"/>
                <a:cs typeface="Arial"/>
              </a:defRPr>
            </a:lvl4pPr>
            <a:lvl5pPr>
              <a:defRPr sz="2025" b="0">
                <a:solidFill>
                  <a:srgbClr val="233247"/>
                </a:solidFill>
                <a:latin typeface="Arial"/>
                <a:ea typeface="Arial"/>
                <a:cs typeface="Arial"/>
              </a:defRPr>
            </a:lvl5pPr>
            <a:lvl6pPr>
              <a:defRPr sz="2025" b="0">
                <a:solidFill>
                  <a:srgbClr val="233247"/>
                </a:solidFill>
                <a:latin typeface="Arial"/>
                <a:ea typeface="Arial"/>
                <a:cs typeface="Arial"/>
              </a:defRPr>
            </a:lvl6pPr>
            <a:lvl7pPr>
              <a:defRPr sz="2025" b="0">
                <a:solidFill>
                  <a:srgbClr val="233247"/>
                </a:solidFill>
                <a:latin typeface="Arial"/>
                <a:ea typeface="Arial"/>
                <a:cs typeface="Arial"/>
              </a:defRPr>
            </a:lvl7pPr>
            <a:lvl8pPr>
              <a:defRPr sz="2025" b="0">
                <a:solidFill>
                  <a:srgbClr val="233247"/>
                </a:solidFill>
                <a:latin typeface="Arial"/>
                <a:ea typeface="Arial"/>
                <a:cs typeface="Arial"/>
              </a:defRPr>
            </a:lvl8pPr>
            <a:lvl9pPr>
              <a:defRPr sz="2025" b="0">
                <a:solidFill>
                  <a:srgbClr val="233247"/>
                </a:solidFill>
                <a:latin typeface="Arial"/>
                <a:ea typeface="Arial"/>
                <a:cs typeface="Arial"/>
              </a:defRPr>
            </a:lvl9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Đặt COD và xem đơn của mình</a:t>
            </a:r>
          </a:p>
        </p:txBody>
      </p:sp>
      <p:sp>
        <p:nvSpPr>
          <p:cNvPr id="10" name="">
            <a:extLst xmlns:a="http://schemas.openxmlformats.org/drawingml/2006/main">
              <a:ext uri="{FF2B5EF4-FFF2-40B4-BE49-F238E27FC236}">
                <a16:creationId xmlns:a16="http://schemas.microsoft.com/office/drawing/2014/main" id="{63178F4F-7E45-429D-A0A3-24DC0CDBCF49}"/>
              </a:ext>
            </a:extLst>
          </p:cNvPr>
          <p:cNvSpPr>
            <a:spLocks xmlns:a="http://schemas.openxmlformats.org/drawingml/2006/main" noGrp="1"/>
          </p:cNvSpPr>
          <p:nvPr/>
        </p:nvSpPr>
        <p:spPr>
          <a:xfrm xmlns:a="http://schemas.openxmlformats.org/drawingml/2006/main">
            <a:off x="609600" y="5038725"/>
            <a:ext cx="495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vl1pPr>
              <a:defRPr sz="2025" b="0">
                <a:solidFill>
                  <a:srgbClr val="233247"/>
                </a:solidFill>
                <a:latin typeface="Arial"/>
                <a:ea typeface="Arial"/>
                <a:cs typeface="Arial"/>
              </a:defRPr>
            </a:lvl1pPr>
            <a:lvl2pPr>
              <a:defRPr sz="2025" b="0">
                <a:solidFill>
                  <a:srgbClr val="233247"/>
                </a:solidFill>
                <a:latin typeface="Arial"/>
                <a:ea typeface="Arial"/>
                <a:cs typeface="Arial"/>
              </a:defRPr>
            </a:lvl2pPr>
            <a:lvl3pPr>
              <a:defRPr sz="2025" b="0">
                <a:solidFill>
                  <a:srgbClr val="233247"/>
                </a:solidFill>
                <a:latin typeface="Arial"/>
                <a:ea typeface="Arial"/>
                <a:cs typeface="Arial"/>
              </a:defRPr>
            </a:lvl3pPr>
            <a:lvl4pPr>
              <a:defRPr sz="2025" b="0">
                <a:solidFill>
                  <a:srgbClr val="233247"/>
                </a:solidFill>
                <a:latin typeface="Arial"/>
                <a:ea typeface="Arial"/>
                <a:cs typeface="Arial"/>
              </a:defRPr>
            </a:lvl4pPr>
            <a:lvl5pPr>
              <a:defRPr sz="2025" b="0">
                <a:solidFill>
                  <a:srgbClr val="233247"/>
                </a:solidFill>
                <a:latin typeface="Arial"/>
                <a:ea typeface="Arial"/>
                <a:cs typeface="Arial"/>
              </a:defRPr>
            </a:lvl5pPr>
            <a:lvl6pPr>
              <a:defRPr sz="2025" b="0">
                <a:solidFill>
                  <a:srgbClr val="233247"/>
                </a:solidFill>
                <a:latin typeface="Arial"/>
                <a:ea typeface="Arial"/>
                <a:cs typeface="Arial"/>
              </a:defRPr>
            </a:lvl6pPr>
            <a:lvl7pPr>
              <a:defRPr sz="2025" b="0">
                <a:solidFill>
                  <a:srgbClr val="233247"/>
                </a:solidFill>
                <a:latin typeface="Arial"/>
                <a:ea typeface="Arial"/>
                <a:cs typeface="Arial"/>
              </a:defRPr>
            </a:lvl7pPr>
            <a:lvl8pPr>
              <a:defRPr sz="2025" b="0">
                <a:solidFill>
                  <a:srgbClr val="233247"/>
                </a:solidFill>
                <a:latin typeface="Arial"/>
                <a:ea typeface="Arial"/>
                <a:cs typeface="Arial"/>
              </a:defRPr>
            </a:lvl8pPr>
            <a:lvl9pPr>
              <a:defRPr sz="2025" b="0">
                <a:solidFill>
                  <a:srgbClr val="233247"/>
                </a:solidFill>
                <a:latin typeface="Arial"/>
                <a:ea typeface="Arial"/>
                <a:cs typeface="Arial"/>
              </a:defRPr>
            </a:lvl9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Gửi yêu cầu liên hệ</a:t>
            </a:r>
          </a:p>
        </p:txBody>
      </p:sp>
      <p:sp>
        <p:nvSpPr>
          <p:cNvPr id="11" name="">
            <a:extLst xmlns:a="http://schemas.openxmlformats.org/drawingml/2006/main">
              <a:ext uri="{FF2B5EF4-FFF2-40B4-BE49-F238E27FC236}">
                <a16:creationId xmlns:a16="http://schemas.microsoft.com/office/drawing/2014/main" id="{4CF506C5-4F97-4995-9A16-1F78CEA13B34}"/>
              </a:ext>
            </a:extLst>
          </p:cNvPr>
          <p:cNvSpPr>
            <a:spLocks xmlns:a="http://schemas.openxmlformats.org/drawingml/2006/main" noGrp="1"/>
          </p:cNvSpPr>
          <p:nvPr/>
        </p:nvSpPr>
        <p:spPr>
          <a:xfrm xmlns:a="http://schemas.openxmlformats.org/drawingml/2006/main">
            <a:off x="6381750" y="2809875"/>
            <a:ext cx="495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vl1pPr>
              <a:defRPr sz="2025" b="0">
                <a:solidFill>
                  <a:srgbClr val="233247"/>
                </a:solidFill>
                <a:latin typeface="Arial"/>
                <a:ea typeface="Arial"/>
                <a:cs typeface="Arial"/>
              </a:defRPr>
            </a:lvl1pPr>
            <a:lvl2pPr>
              <a:defRPr sz="2025" b="0">
                <a:solidFill>
                  <a:srgbClr val="233247"/>
                </a:solidFill>
                <a:latin typeface="Arial"/>
                <a:ea typeface="Arial"/>
                <a:cs typeface="Arial"/>
              </a:defRPr>
            </a:lvl2pPr>
            <a:lvl3pPr>
              <a:defRPr sz="2025" b="0">
                <a:solidFill>
                  <a:srgbClr val="233247"/>
                </a:solidFill>
                <a:latin typeface="Arial"/>
                <a:ea typeface="Arial"/>
                <a:cs typeface="Arial"/>
              </a:defRPr>
            </a:lvl3pPr>
            <a:lvl4pPr>
              <a:defRPr sz="2025" b="0">
                <a:solidFill>
                  <a:srgbClr val="233247"/>
                </a:solidFill>
                <a:latin typeface="Arial"/>
                <a:ea typeface="Arial"/>
                <a:cs typeface="Arial"/>
              </a:defRPr>
            </a:lvl4pPr>
            <a:lvl5pPr>
              <a:defRPr sz="2025" b="0">
                <a:solidFill>
                  <a:srgbClr val="233247"/>
                </a:solidFill>
                <a:latin typeface="Arial"/>
                <a:ea typeface="Arial"/>
                <a:cs typeface="Arial"/>
              </a:defRPr>
            </a:lvl5pPr>
            <a:lvl6pPr>
              <a:defRPr sz="2025" b="0">
                <a:solidFill>
                  <a:srgbClr val="233247"/>
                </a:solidFill>
                <a:latin typeface="Arial"/>
                <a:ea typeface="Arial"/>
                <a:cs typeface="Arial"/>
              </a:defRPr>
            </a:lvl6pPr>
            <a:lvl7pPr>
              <a:defRPr sz="2025" b="0">
                <a:solidFill>
                  <a:srgbClr val="233247"/>
                </a:solidFill>
                <a:latin typeface="Arial"/>
                <a:ea typeface="Arial"/>
                <a:cs typeface="Arial"/>
              </a:defRPr>
            </a:lvl7pPr>
            <a:lvl8pPr>
              <a:defRPr sz="2025" b="0">
                <a:solidFill>
                  <a:srgbClr val="233247"/>
                </a:solidFill>
                <a:latin typeface="Arial"/>
                <a:ea typeface="Arial"/>
                <a:cs typeface="Arial"/>
              </a:defRPr>
            </a:lvl8pPr>
            <a:lvl9pPr>
              <a:defRPr sz="2025" b="0">
                <a:solidFill>
                  <a:srgbClr val="233247"/>
                </a:solidFill>
                <a:latin typeface="Arial"/>
                <a:ea typeface="Arial"/>
                <a:cs typeface="Arial"/>
              </a:defRPr>
            </a:lvl9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CRUD sản phẩm và danh mục</a:t>
            </a:r>
          </a:p>
        </p:txBody>
      </p:sp>
      <p:sp>
        <p:nvSpPr>
          <p:cNvPr id="12" name="">
            <a:extLst xmlns:a="http://schemas.openxmlformats.org/drawingml/2006/main">
              <a:ext uri="{FF2B5EF4-FFF2-40B4-BE49-F238E27FC236}">
                <a16:creationId xmlns:a16="http://schemas.microsoft.com/office/drawing/2014/main" id="{92FE8687-8D80-407F-B4AE-CDE1E591D7E4}"/>
              </a:ext>
            </a:extLst>
          </p:cNvPr>
          <p:cNvSpPr>
            <a:spLocks xmlns:a="http://schemas.openxmlformats.org/drawingml/2006/main" noGrp="1"/>
          </p:cNvSpPr>
          <p:nvPr/>
        </p:nvSpPr>
        <p:spPr>
          <a:xfrm xmlns:a="http://schemas.openxmlformats.org/drawingml/2006/main">
            <a:off x="6381750" y="3552825"/>
            <a:ext cx="495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vl1pPr>
              <a:defRPr sz="2025" b="0">
                <a:solidFill>
                  <a:srgbClr val="233247"/>
                </a:solidFill>
                <a:latin typeface="Arial"/>
                <a:ea typeface="Arial"/>
                <a:cs typeface="Arial"/>
              </a:defRPr>
            </a:lvl1pPr>
            <a:lvl2pPr>
              <a:defRPr sz="2025" b="0">
                <a:solidFill>
                  <a:srgbClr val="233247"/>
                </a:solidFill>
                <a:latin typeface="Arial"/>
                <a:ea typeface="Arial"/>
                <a:cs typeface="Arial"/>
              </a:defRPr>
            </a:lvl2pPr>
            <a:lvl3pPr>
              <a:defRPr sz="2025" b="0">
                <a:solidFill>
                  <a:srgbClr val="233247"/>
                </a:solidFill>
                <a:latin typeface="Arial"/>
                <a:ea typeface="Arial"/>
                <a:cs typeface="Arial"/>
              </a:defRPr>
            </a:lvl3pPr>
            <a:lvl4pPr>
              <a:defRPr sz="2025" b="0">
                <a:solidFill>
                  <a:srgbClr val="233247"/>
                </a:solidFill>
                <a:latin typeface="Arial"/>
                <a:ea typeface="Arial"/>
                <a:cs typeface="Arial"/>
              </a:defRPr>
            </a:lvl4pPr>
            <a:lvl5pPr>
              <a:defRPr sz="2025" b="0">
                <a:solidFill>
                  <a:srgbClr val="233247"/>
                </a:solidFill>
                <a:latin typeface="Arial"/>
                <a:ea typeface="Arial"/>
                <a:cs typeface="Arial"/>
              </a:defRPr>
            </a:lvl5pPr>
            <a:lvl6pPr>
              <a:defRPr sz="2025" b="0">
                <a:solidFill>
                  <a:srgbClr val="233247"/>
                </a:solidFill>
                <a:latin typeface="Arial"/>
                <a:ea typeface="Arial"/>
                <a:cs typeface="Arial"/>
              </a:defRPr>
            </a:lvl6pPr>
            <a:lvl7pPr>
              <a:defRPr sz="2025" b="0">
                <a:solidFill>
                  <a:srgbClr val="233247"/>
                </a:solidFill>
                <a:latin typeface="Arial"/>
                <a:ea typeface="Arial"/>
                <a:cs typeface="Arial"/>
              </a:defRPr>
            </a:lvl7pPr>
            <a:lvl8pPr>
              <a:defRPr sz="2025" b="0">
                <a:solidFill>
                  <a:srgbClr val="233247"/>
                </a:solidFill>
                <a:latin typeface="Arial"/>
                <a:ea typeface="Arial"/>
                <a:cs typeface="Arial"/>
              </a:defRPr>
            </a:lvl8pPr>
            <a:lvl9pPr>
              <a:defRPr sz="2025" b="0">
                <a:solidFill>
                  <a:srgbClr val="233247"/>
                </a:solidFill>
                <a:latin typeface="Arial"/>
                <a:ea typeface="Arial"/>
                <a:cs typeface="Arial"/>
              </a:defRPr>
            </a:lvl9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Upload ảnh JPEG / PNG</a:t>
            </a:r>
          </a:p>
        </p:txBody>
      </p:sp>
      <p:sp>
        <p:nvSpPr>
          <p:cNvPr id="13" name="">
            <a:extLst xmlns:a="http://schemas.openxmlformats.org/drawingml/2006/main">
              <a:ext uri="{FF2B5EF4-FFF2-40B4-BE49-F238E27FC236}">
                <a16:creationId xmlns:a16="http://schemas.microsoft.com/office/drawing/2014/main" id="{17ACC819-3736-4ADE-A385-067B645EDF34}"/>
              </a:ext>
            </a:extLst>
          </p:cNvPr>
          <p:cNvSpPr>
            <a:spLocks xmlns:a="http://schemas.openxmlformats.org/drawingml/2006/main" noGrp="1"/>
          </p:cNvSpPr>
          <p:nvPr/>
        </p:nvSpPr>
        <p:spPr>
          <a:xfrm xmlns:a="http://schemas.openxmlformats.org/drawingml/2006/main">
            <a:off x="6381750" y="4295775"/>
            <a:ext cx="495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vl1pPr>
              <a:defRPr sz="2025" b="0">
                <a:solidFill>
                  <a:srgbClr val="233247"/>
                </a:solidFill>
                <a:latin typeface="Arial"/>
                <a:ea typeface="Arial"/>
                <a:cs typeface="Arial"/>
              </a:defRPr>
            </a:lvl1pPr>
            <a:lvl2pPr>
              <a:defRPr sz="2025" b="0">
                <a:solidFill>
                  <a:srgbClr val="233247"/>
                </a:solidFill>
                <a:latin typeface="Arial"/>
                <a:ea typeface="Arial"/>
                <a:cs typeface="Arial"/>
              </a:defRPr>
            </a:lvl2pPr>
            <a:lvl3pPr>
              <a:defRPr sz="2025" b="0">
                <a:solidFill>
                  <a:srgbClr val="233247"/>
                </a:solidFill>
                <a:latin typeface="Arial"/>
                <a:ea typeface="Arial"/>
                <a:cs typeface="Arial"/>
              </a:defRPr>
            </a:lvl3pPr>
            <a:lvl4pPr>
              <a:defRPr sz="2025" b="0">
                <a:solidFill>
                  <a:srgbClr val="233247"/>
                </a:solidFill>
                <a:latin typeface="Arial"/>
                <a:ea typeface="Arial"/>
                <a:cs typeface="Arial"/>
              </a:defRPr>
            </a:lvl4pPr>
            <a:lvl5pPr>
              <a:defRPr sz="2025" b="0">
                <a:solidFill>
                  <a:srgbClr val="233247"/>
                </a:solidFill>
                <a:latin typeface="Arial"/>
                <a:ea typeface="Arial"/>
                <a:cs typeface="Arial"/>
              </a:defRPr>
            </a:lvl5pPr>
            <a:lvl6pPr>
              <a:defRPr sz="2025" b="0">
                <a:solidFill>
                  <a:srgbClr val="233247"/>
                </a:solidFill>
                <a:latin typeface="Arial"/>
                <a:ea typeface="Arial"/>
                <a:cs typeface="Arial"/>
              </a:defRPr>
            </a:lvl6pPr>
            <a:lvl7pPr>
              <a:defRPr sz="2025" b="0">
                <a:solidFill>
                  <a:srgbClr val="233247"/>
                </a:solidFill>
                <a:latin typeface="Arial"/>
                <a:ea typeface="Arial"/>
                <a:cs typeface="Arial"/>
              </a:defRPr>
            </a:lvl7pPr>
            <a:lvl8pPr>
              <a:defRPr sz="2025" b="0">
                <a:solidFill>
                  <a:srgbClr val="233247"/>
                </a:solidFill>
                <a:latin typeface="Arial"/>
                <a:ea typeface="Arial"/>
                <a:cs typeface="Arial"/>
              </a:defRPr>
            </a:lvl8pPr>
            <a:lvl9pPr>
              <a:defRPr sz="2025" b="0">
                <a:solidFill>
                  <a:srgbClr val="233247"/>
                </a:solidFill>
                <a:latin typeface="Arial"/>
                <a:ea typeface="Arial"/>
                <a:cs typeface="Arial"/>
              </a:defRPr>
            </a:lvl9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Xử lý đơn và trạng thái</a:t>
            </a:r>
          </a:p>
        </p:txBody>
      </p:sp>
      <p:sp>
        <p:nvSpPr>
          <p:cNvPr id="14" name="">
            <a:extLst xmlns:a="http://schemas.openxmlformats.org/drawingml/2006/main">
              <a:ext uri="{FF2B5EF4-FFF2-40B4-BE49-F238E27FC236}">
                <a16:creationId xmlns:a16="http://schemas.microsoft.com/office/drawing/2014/main" id="{58542092-FFD6-425E-B3F4-20F9F5C31B3A}"/>
              </a:ext>
            </a:extLst>
          </p:cNvPr>
          <p:cNvSpPr>
            <a:spLocks xmlns:a="http://schemas.openxmlformats.org/drawingml/2006/main" noGrp="1"/>
          </p:cNvSpPr>
          <p:nvPr/>
        </p:nvSpPr>
        <p:spPr>
          <a:xfrm xmlns:a="http://schemas.openxmlformats.org/drawingml/2006/main">
            <a:off x="6381750" y="5038725"/>
            <a:ext cx="495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vl1pPr>
              <a:defRPr sz="2025" b="0">
                <a:solidFill>
                  <a:srgbClr val="233247"/>
                </a:solidFill>
                <a:latin typeface="Arial"/>
                <a:ea typeface="Arial"/>
                <a:cs typeface="Arial"/>
              </a:defRPr>
            </a:lvl1pPr>
            <a:lvl2pPr>
              <a:defRPr sz="2025" b="0">
                <a:solidFill>
                  <a:srgbClr val="233247"/>
                </a:solidFill>
                <a:latin typeface="Arial"/>
                <a:ea typeface="Arial"/>
                <a:cs typeface="Arial"/>
              </a:defRPr>
            </a:lvl2pPr>
            <a:lvl3pPr>
              <a:defRPr sz="2025" b="0">
                <a:solidFill>
                  <a:srgbClr val="233247"/>
                </a:solidFill>
                <a:latin typeface="Arial"/>
                <a:ea typeface="Arial"/>
                <a:cs typeface="Arial"/>
              </a:defRPr>
            </a:lvl3pPr>
            <a:lvl4pPr>
              <a:defRPr sz="2025" b="0">
                <a:solidFill>
                  <a:srgbClr val="233247"/>
                </a:solidFill>
                <a:latin typeface="Arial"/>
                <a:ea typeface="Arial"/>
                <a:cs typeface="Arial"/>
              </a:defRPr>
            </a:lvl4pPr>
            <a:lvl5pPr>
              <a:defRPr sz="2025" b="0">
                <a:solidFill>
                  <a:srgbClr val="233247"/>
                </a:solidFill>
                <a:latin typeface="Arial"/>
                <a:ea typeface="Arial"/>
                <a:cs typeface="Arial"/>
              </a:defRPr>
            </a:lvl5pPr>
            <a:lvl6pPr>
              <a:defRPr sz="2025" b="0">
                <a:solidFill>
                  <a:srgbClr val="233247"/>
                </a:solidFill>
                <a:latin typeface="Arial"/>
                <a:ea typeface="Arial"/>
                <a:cs typeface="Arial"/>
              </a:defRPr>
            </a:lvl6pPr>
            <a:lvl7pPr>
              <a:defRPr sz="2025" b="0">
                <a:solidFill>
                  <a:srgbClr val="233247"/>
                </a:solidFill>
                <a:latin typeface="Arial"/>
                <a:ea typeface="Arial"/>
                <a:cs typeface="Arial"/>
              </a:defRPr>
            </a:lvl7pPr>
            <a:lvl8pPr>
              <a:defRPr sz="2025" b="0">
                <a:solidFill>
                  <a:srgbClr val="233247"/>
                </a:solidFill>
                <a:latin typeface="Arial"/>
                <a:ea typeface="Arial"/>
                <a:cs typeface="Arial"/>
              </a:defRPr>
            </a:lvl8pPr>
            <a:lvl9pPr>
              <a:defRPr sz="2025" b="0">
                <a:solidFill>
                  <a:srgbClr val="233247"/>
                </a:solidFill>
                <a:latin typeface="Arial"/>
                <a:ea typeface="Arial"/>
                <a:cs typeface="Arial"/>
              </a:defRPr>
            </a:lvl9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Xem và đánh dấu liên hệ</a:t>
            </a:r>
          </a:p>
        </p:txBody>
      </p:sp>
    </p:spTree>
    <p:extLst>
      <p:ext uri="{BB962C8B-B14F-4D97-AF65-F5344CB8AC3E}">
        <p14:creationId xmlns:p14="http://schemas.microsoft.com/office/powerpoint/2010/main" val="13698061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C792DB9-9B2F-46BC-A9D0-BBBCA68F074F}"/>
              </a:ext>
            </a:extLst>
          </p:cNvPr>
          <p:cNvSpPr>
            <a:spLocks xmlns:a="http://schemas.openxmlformats.org/drawingml/2006/main" noGrp="1"/>
          </p:cNvSpPr>
          <p:nvPr/>
        </p:nvSpPr>
        <p:spPr>
          <a:xfrm xmlns:a="http://schemas.openxmlformats.org/drawingml/2006/main">
            <a:off x="609600" y="30480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563EB"/>
                </a:solidFill>
                <a:latin typeface="Arial"/>
                <a:ea typeface="Arial"/>
                <a:cs typeface="Arial"/>
              </a:defRPr>
            </a:defPPr>
            <a:lvl1pPr>
              <a:defRPr sz="1275" b="1">
                <a:solidFill>
                  <a:srgbClr val="2563EB"/>
                </a:solidFill>
                <a:latin typeface="Arial"/>
                <a:ea typeface="Arial"/>
                <a:cs typeface="Arial"/>
              </a:defRPr>
            </a:lvl1pPr>
            <a:lvl2pPr>
              <a:defRPr sz="1275" b="1">
                <a:solidFill>
                  <a:srgbClr val="2563EB"/>
                </a:solidFill>
                <a:latin typeface="Arial"/>
                <a:ea typeface="Arial"/>
                <a:cs typeface="Arial"/>
              </a:defRPr>
            </a:lvl2pPr>
            <a:lvl3pPr>
              <a:defRPr sz="1275" b="1">
                <a:solidFill>
                  <a:srgbClr val="2563EB"/>
                </a:solidFill>
                <a:latin typeface="Arial"/>
                <a:ea typeface="Arial"/>
                <a:cs typeface="Arial"/>
              </a:defRPr>
            </a:lvl3pPr>
            <a:lvl4pPr>
              <a:defRPr sz="1275" b="1">
                <a:solidFill>
                  <a:srgbClr val="2563EB"/>
                </a:solidFill>
                <a:latin typeface="Arial"/>
                <a:ea typeface="Arial"/>
                <a:cs typeface="Arial"/>
              </a:defRPr>
            </a:lvl4pPr>
            <a:lvl5pPr>
              <a:defRPr sz="1275" b="1">
                <a:solidFill>
                  <a:srgbClr val="2563EB"/>
                </a:solidFill>
                <a:latin typeface="Arial"/>
                <a:ea typeface="Arial"/>
                <a:cs typeface="Arial"/>
              </a:defRPr>
            </a:lvl5pPr>
            <a:lvl6pPr>
              <a:defRPr sz="1275" b="1">
                <a:solidFill>
                  <a:srgbClr val="2563EB"/>
                </a:solidFill>
                <a:latin typeface="Arial"/>
                <a:ea typeface="Arial"/>
                <a:cs typeface="Arial"/>
              </a:defRPr>
            </a:lvl6pPr>
            <a:lvl7pPr>
              <a:defRPr sz="1275" b="1">
                <a:solidFill>
                  <a:srgbClr val="2563EB"/>
                </a:solidFill>
                <a:latin typeface="Arial"/>
                <a:ea typeface="Arial"/>
                <a:cs typeface="Arial"/>
              </a:defRPr>
            </a:lvl7pPr>
            <a:lvl8pPr>
              <a:defRPr sz="1275" b="1">
                <a:solidFill>
                  <a:srgbClr val="2563EB"/>
                </a:solidFill>
                <a:latin typeface="Arial"/>
                <a:ea typeface="Arial"/>
                <a:cs typeface="Arial"/>
              </a:defRPr>
            </a:lvl8pPr>
            <a:lvl9pPr>
              <a:defRPr sz="1275" b="1">
                <a:solidFill>
                  <a:srgbClr val="2563EB"/>
                </a:solidFill>
                <a:latin typeface="Arial"/>
                <a:ea typeface="Arial"/>
                <a:cs typeface="Arial"/>
              </a:defRPr>
            </a:lvl9pPr>
          </a:lstStyle>
          <a:p xmlns:a="http://schemas.openxmlformats.org/drawingml/2006/main">
            <a:pPr>
              <a:defRPr sz="1275" b="1">
                <a:solidFill>
                  <a:srgbClr val="2563EB"/>
                </a:solidFill>
                <a:latin typeface="Arial"/>
                <a:ea typeface="Arial"/>
                <a:cs typeface="Arial"/>
              </a:defRPr>
            </a:pPr>
            <a:r>
              <a:rPr sz="1275" b="1">
                <a:solidFill>
                  <a:srgbClr val="2563EB"/>
                </a:solidFill>
                <a:latin typeface="Arial"/>
                <a:ea typeface="Arial"/>
                <a:cs typeface="Arial"/>
              </a:rPr>
              <a:t>SMARTMOBILE STORE</a:t>
            </a:r>
          </a:p>
        </p:txBody>
      </p:sp>
      <p:sp>
        <p:nvSpPr>
          <p:cNvPr id="2" name="">
            <a:extLst xmlns:a="http://schemas.openxmlformats.org/drawingml/2006/main">
              <a:ext uri="{FF2B5EF4-FFF2-40B4-BE49-F238E27FC236}">
                <a16:creationId xmlns:a16="http://schemas.microsoft.com/office/drawing/2014/main" id="{72F7C297-477A-4E3C-A783-B359AA9F3786}"/>
              </a:ext>
            </a:extLst>
          </p:cNvPr>
          <p:cNvSpPr>
            <a:spLocks xmlns:a="http://schemas.openxmlformats.org/drawingml/2006/main" noGrp="1"/>
          </p:cNvSpPr>
          <p:nvPr/>
        </p:nvSpPr>
        <p:spPr>
          <a:xfrm xmlns:a="http://schemas.openxmlformats.org/drawingml/2006/main">
            <a:off x="609600" y="8763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Đặt hàng và tồn kho</a:t>
            </a:r>
          </a:p>
        </p:txBody>
      </p:sp>
      <p:sp>
        <p:nvSpPr>
          <p:cNvPr id="3" name="">
            <a:extLst xmlns:a="http://schemas.openxmlformats.org/drawingml/2006/main">
              <a:ext uri="{FF2B5EF4-FFF2-40B4-BE49-F238E27FC236}">
                <a16:creationId xmlns:a16="http://schemas.microsoft.com/office/drawing/2014/main" id="{B265E09C-8314-48E5-8F1B-C3CED4C694AC}"/>
              </a:ext>
            </a:extLst>
          </p:cNvPr>
          <p:cNvSpPr>
            <a:spLocks xmlns:a="http://schemas.openxmlformats.org/drawingml/2006/main" noGrp="1"/>
          </p:cNvSpPr>
          <p:nvPr/>
        </p:nvSpPr>
        <p:spPr>
          <a:xfrm xmlns:a="http://schemas.openxmlformats.org/drawingml/2006/main">
            <a:off x="609600" y="63436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Lê Ngọc Thuận · Dự án cá nhân</a:t>
            </a:r>
          </a:p>
        </p:txBody>
      </p:sp>
      <p:sp>
        <p:nvSpPr>
          <p:cNvPr id="4" name="">
            <a:extLst xmlns:a="http://schemas.openxmlformats.org/drawingml/2006/main">
              <a:ext uri="{FF2B5EF4-FFF2-40B4-BE49-F238E27FC236}">
                <a16:creationId xmlns:a16="http://schemas.microsoft.com/office/drawing/2014/main" id="{DA4E557E-DF33-4518-90B7-4659FDCB041D}"/>
              </a:ext>
            </a:extLst>
          </p:cNvPr>
          <p:cNvSpPr>
            <a:spLocks xmlns:a="http://schemas.openxmlformats.org/drawingml/2006/main" noGrp="1"/>
          </p:cNvSpPr>
          <p:nvPr/>
        </p:nvSpPr>
        <p:spPr>
          <a:xfrm xmlns:a="http://schemas.openxmlformats.org/drawingml/2006/main">
            <a:off x="1104900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977C644C-8745-4C68-B3B9-7033FDA4BB90}"/>
              </a:ext>
            </a:extLst>
          </p:cNvPr>
          <p:cNvSpPr>
            <a:spLocks xmlns:a="http://schemas.openxmlformats.org/drawingml/2006/main" noGrp="1"/>
          </p:cNvSpPr>
          <p:nvPr/>
        </p:nvSpPr>
        <p:spPr>
          <a:xfrm xmlns:a="http://schemas.openxmlformats.org/drawingml/2006/main">
            <a:off x="609600" y="2190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Server lấy giá SQL và tự tính tổng tiền.</a:t>
            </a:r>
          </a:p>
        </p:txBody>
      </p:sp>
      <p:sp>
        <p:nvSpPr>
          <p:cNvPr id="6" name="">
            <a:extLst xmlns:a="http://schemas.openxmlformats.org/drawingml/2006/main">
              <a:ext uri="{FF2B5EF4-FFF2-40B4-BE49-F238E27FC236}">
                <a16:creationId xmlns:a16="http://schemas.microsoft.com/office/drawing/2014/main" id="{115643F2-27A9-4E6A-B7ED-49FF25DE2834}"/>
              </a:ext>
            </a:extLst>
          </p:cNvPr>
          <p:cNvSpPr>
            <a:spLocks xmlns:a="http://schemas.openxmlformats.org/drawingml/2006/main" noGrp="1"/>
          </p:cNvSpPr>
          <p:nvPr/>
        </p:nvSpPr>
        <p:spPr>
          <a:xfrm xmlns:a="http://schemas.openxmlformats.org/drawingml/2006/main">
            <a:off x="609600" y="28956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Transaction lưu đơn, chi tiết và trừ kho cùng lúc.</a:t>
            </a:r>
          </a:p>
        </p:txBody>
      </p:sp>
      <p:sp>
        <p:nvSpPr>
          <p:cNvPr id="7" name="">
            <a:extLst xmlns:a="http://schemas.openxmlformats.org/drawingml/2006/main">
              <a:ext uri="{FF2B5EF4-FFF2-40B4-BE49-F238E27FC236}">
                <a16:creationId xmlns:a16="http://schemas.microsoft.com/office/drawing/2014/main" id="{EA26D3B2-E3D5-4132-A423-7E99BF214169}"/>
              </a:ext>
            </a:extLst>
          </p:cNvPr>
          <p:cNvSpPr>
            <a:spLocks xmlns:a="http://schemas.openxmlformats.org/drawingml/2006/main" noGrp="1"/>
          </p:cNvSpPr>
          <p:nvPr/>
        </p:nvSpPr>
        <p:spPr>
          <a:xfrm xmlns:a="http://schemas.openxmlformats.org/drawingml/2006/main">
            <a:off x="609600" y="3600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Serializable / rowversion chống bán vượt tồn.</a:t>
            </a:r>
          </a:p>
        </p:txBody>
      </p:sp>
      <p:sp>
        <p:nvSpPr>
          <p:cNvPr id="8" name="">
            <a:extLst xmlns:a="http://schemas.openxmlformats.org/drawingml/2006/main">
              <a:ext uri="{FF2B5EF4-FFF2-40B4-BE49-F238E27FC236}">
                <a16:creationId xmlns:a16="http://schemas.microsoft.com/office/drawing/2014/main" id="{8B3EFF3C-4DB3-41DA-B04A-FD5E170B7614}"/>
              </a:ext>
            </a:extLst>
          </p:cNvPr>
          <p:cNvSpPr>
            <a:spLocks xmlns:a="http://schemas.openxmlformats.org/drawingml/2006/main" noGrp="1"/>
          </p:cNvSpPr>
          <p:nvPr/>
        </p:nvSpPr>
        <p:spPr>
          <a:xfrm xmlns:a="http://schemas.openxmlformats.org/drawingml/2006/main">
            <a:off x="609600" y="43053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Khóa submit ngăn tạo đơn và trừ kho hai lần.</a:t>
            </a:r>
          </a:p>
        </p:txBody>
      </p:sp>
      <p:sp>
        <p:nvSpPr>
          <p:cNvPr id="9" name="">
            <a:extLst xmlns:a="http://schemas.openxmlformats.org/drawingml/2006/main">
              <a:ext uri="{FF2B5EF4-FFF2-40B4-BE49-F238E27FC236}">
                <a16:creationId xmlns:a16="http://schemas.microsoft.com/office/drawing/2014/main" id="{61BF6E22-613A-48B8-98CB-113CF14A9246}"/>
              </a:ext>
            </a:extLst>
          </p:cNvPr>
          <p:cNvSpPr>
            <a:spLocks xmlns:a="http://schemas.openxmlformats.org/drawingml/2006/main" noGrp="1"/>
          </p:cNvSpPr>
          <p:nvPr/>
        </p:nvSpPr>
        <p:spPr>
          <a:xfrm xmlns:a="http://schemas.openxmlformats.org/drawingml/2006/main">
            <a:off x="609600" y="5010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Hủy trước khi giao hoàn kho đúng một lần.</a:t>
            </a:r>
          </a:p>
        </p:txBody>
      </p:sp>
    </p:spTree>
    <p:extLst>
      <p:ext uri="{BB962C8B-B14F-4D97-AF65-F5344CB8AC3E}">
        <p14:creationId xmlns:p14="http://schemas.microsoft.com/office/powerpoint/2010/main" val="4419243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C933C3C-AB25-49A0-839C-DE4D6707B1DC}"/>
              </a:ext>
            </a:extLst>
          </p:cNvPr>
          <p:cNvSpPr>
            <a:spLocks xmlns:a="http://schemas.openxmlformats.org/drawingml/2006/main" noGrp="1"/>
          </p:cNvSpPr>
          <p:nvPr/>
        </p:nvSpPr>
        <p:spPr>
          <a:xfrm xmlns:a="http://schemas.openxmlformats.org/drawingml/2006/main">
            <a:off x="609600" y="30480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563EB"/>
                </a:solidFill>
                <a:latin typeface="Arial"/>
                <a:ea typeface="Arial"/>
                <a:cs typeface="Arial"/>
              </a:defRPr>
            </a:defPPr>
            <a:lvl1pPr>
              <a:defRPr sz="1275" b="1">
                <a:solidFill>
                  <a:srgbClr val="2563EB"/>
                </a:solidFill>
                <a:latin typeface="Arial"/>
                <a:ea typeface="Arial"/>
                <a:cs typeface="Arial"/>
              </a:defRPr>
            </a:lvl1pPr>
            <a:lvl2pPr>
              <a:defRPr sz="1275" b="1">
                <a:solidFill>
                  <a:srgbClr val="2563EB"/>
                </a:solidFill>
                <a:latin typeface="Arial"/>
                <a:ea typeface="Arial"/>
                <a:cs typeface="Arial"/>
              </a:defRPr>
            </a:lvl2pPr>
            <a:lvl3pPr>
              <a:defRPr sz="1275" b="1">
                <a:solidFill>
                  <a:srgbClr val="2563EB"/>
                </a:solidFill>
                <a:latin typeface="Arial"/>
                <a:ea typeface="Arial"/>
                <a:cs typeface="Arial"/>
              </a:defRPr>
            </a:lvl3pPr>
            <a:lvl4pPr>
              <a:defRPr sz="1275" b="1">
                <a:solidFill>
                  <a:srgbClr val="2563EB"/>
                </a:solidFill>
                <a:latin typeface="Arial"/>
                <a:ea typeface="Arial"/>
                <a:cs typeface="Arial"/>
              </a:defRPr>
            </a:lvl4pPr>
            <a:lvl5pPr>
              <a:defRPr sz="1275" b="1">
                <a:solidFill>
                  <a:srgbClr val="2563EB"/>
                </a:solidFill>
                <a:latin typeface="Arial"/>
                <a:ea typeface="Arial"/>
                <a:cs typeface="Arial"/>
              </a:defRPr>
            </a:lvl5pPr>
            <a:lvl6pPr>
              <a:defRPr sz="1275" b="1">
                <a:solidFill>
                  <a:srgbClr val="2563EB"/>
                </a:solidFill>
                <a:latin typeface="Arial"/>
                <a:ea typeface="Arial"/>
                <a:cs typeface="Arial"/>
              </a:defRPr>
            </a:lvl6pPr>
            <a:lvl7pPr>
              <a:defRPr sz="1275" b="1">
                <a:solidFill>
                  <a:srgbClr val="2563EB"/>
                </a:solidFill>
                <a:latin typeface="Arial"/>
                <a:ea typeface="Arial"/>
                <a:cs typeface="Arial"/>
              </a:defRPr>
            </a:lvl7pPr>
            <a:lvl8pPr>
              <a:defRPr sz="1275" b="1">
                <a:solidFill>
                  <a:srgbClr val="2563EB"/>
                </a:solidFill>
                <a:latin typeface="Arial"/>
                <a:ea typeface="Arial"/>
                <a:cs typeface="Arial"/>
              </a:defRPr>
            </a:lvl8pPr>
            <a:lvl9pPr>
              <a:defRPr sz="1275" b="1">
                <a:solidFill>
                  <a:srgbClr val="2563EB"/>
                </a:solidFill>
                <a:latin typeface="Arial"/>
                <a:ea typeface="Arial"/>
                <a:cs typeface="Arial"/>
              </a:defRPr>
            </a:lvl9pPr>
          </a:lstStyle>
          <a:p xmlns:a="http://schemas.openxmlformats.org/drawingml/2006/main">
            <a:pPr>
              <a:defRPr sz="1275" b="1">
                <a:solidFill>
                  <a:srgbClr val="2563EB"/>
                </a:solidFill>
                <a:latin typeface="Arial"/>
                <a:ea typeface="Arial"/>
                <a:cs typeface="Arial"/>
              </a:defRPr>
            </a:pPr>
            <a:r>
              <a:rPr sz="1275" b="1">
                <a:solidFill>
                  <a:srgbClr val="2563EB"/>
                </a:solidFill>
                <a:latin typeface="Arial"/>
                <a:ea typeface="Arial"/>
                <a:cs typeface="Arial"/>
              </a:rPr>
              <a:t>SMARTMOBILE STORE</a:t>
            </a:r>
          </a:p>
        </p:txBody>
      </p:sp>
      <p:sp>
        <p:nvSpPr>
          <p:cNvPr id="2" name="">
            <a:extLst xmlns:a="http://schemas.openxmlformats.org/drawingml/2006/main">
              <a:ext uri="{FF2B5EF4-FFF2-40B4-BE49-F238E27FC236}">
                <a16:creationId xmlns:a16="http://schemas.microsoft.com/office/drawing/2014/main" id="{DFE7FF98-CE8F-4730-AECE-5A3EDD2486D7}"/>
              </a:ext>
            </a:extLst>
          </p:cNvPr>
          <p:cNvSpPr>
            <a:spLocks xmlns:a="http://schemas.openxmlformats.org/drawingml/2006/main" noGrp="1"/>
          </p:cNvSpPr>
          <p:nvPr/>
        </p:nvSpPr>
        <p:spPr>
          <a:xfrm xmlns:a="http://schemas.openxmlformats.org/drawingml/2006/main">
            <a:off x="609600" y="8763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Kiểm thử và kết quả</a:t>
            </a:r>
          </a:p>
        </p:txBody>
      </p:sp>
      <p:sp>
        <p:nvSpPr>
          <p:cNvPr id="3" name="">
            <a:extLst xmlns:a="http://schemas.openxmlformats.org/drawingml/2006/main">
              <a:ext uri="{FF2B5EF4-FFF2-40B4-BE49-F238E27FC236}">
                <a16:creationId xmlns:a16="http://schemas.microsoft.com/office/drawing/2014/main" id="{322990A4-0A60-45C0-92CF-AC461A748EEB}"/>
              </a:ext>
            </a:extLst>
          </p:cNvPr>
          <p:cNvSpPr>
            <a:spLocks xmlns:a="http://schemas.openxmlformats.org/drawingml/2006/main" noGrp="1"/>
          </p:cNvSpPr>
          <p:nvPr/>
        </p:nvSpPr>
        <p:spPr>
          <a:xfrm xmlns:a="http://schemas.openxmlformats.org/drawingml/2006/main">
            <a:off x="609600" y="63436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Lê Ngọc Thuận · Dự án cá nhân</a:t>
            </a:r>
          </a:p>
        </p:txBody>
      </p:sp>
      <p:sp>
        <p:nvSpPr>
          <p:cNvPr id="4" name="">
            <a:extLst xmlns:a="http://schemas.openxmlformats.org/drawingml/2006/main">
              <a:ext uri="{FF2B5EF4-FFF2-40B4-BE49-F238E27FC236}">
                <a16:creationId xmlns:a16="http://schemas.microsoft.com/office/drawing/2014/main" id="{A4DDB380-B830-4C9D-A3F5-DA043F90B4FC}"/>
              </a:ext>
            </a:extLst>
          </p:cNvPr>
          <p:cNvSpPr>
            <a:spLocks xmlns:a="http://schemas.openxmlformats.org/drawingml/2006/main" noGrp="1"/>
          </p:cNvSpPr>
          <p:nvPr/>
        </p:nvSpPr>
        <p:spPr>
          <a:xfrm xmlns:a="http://schemas.openxmlformats.org/drawingml/2006/main">
            <a:off x="1104900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0FE263C5-AFD9-47F8-871B-D4F1ADCD93D7}"/>
              </a:ext>
            </a:extLst>
          </p:cNvPr>
          <p:cNvSpPr>
            <a:spLocks xmlns:a="http://schemas.openxmlformats.org/drawingml/2006/main" noGrp="1"/>
          </p:cNvSpPr>
          <p:nvPr/>
        </p:nvSpPr>
        <p:spPr>
          <a:xfrm xmlns:a="http://schemas.openxmlformats.org/drawingml/2006/main">
            <a:off x="609600" y="214312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2563EB"/>
                </a:solidFill>
                <a:latin typeface="Arial"/>
                <a:ea typeface="Arial"/>
                <a:cs typeface="Arial"/>
              </a:defRPr>
            </a:defPPr>
            <a:lvl1pPr>
              <a:defRPr sz="3975" b="1">
                <a:solidFill>
                  <a:srgbClr val="2563EB"/>
                </a:solidFill>
                <a:latin typeface="Arial"/>
                <a:ea typeface="Arial"/>
                <a:cs typeface="Arial"/>
              </a:defRPr>
            </a:lvl1pPr>
            <a:lvl2pPr>
              <a:defRPr sz="3975" b="1">
                <a:solidFill>
                  <a:srgbClr val="2563EB"/>
                </a:solidFill>
                <a:latin typeface="Arial"/>
                <a:ea typeface="Arial"/>
                <a:cs typeface="Arial"/>
              </a:defRPr>
            </a:lvl2pPr>
            <a:lvl3pPr>
              <a:defRPr sz="3975" b="1">
                <a:solidFill>
                  <a:srgbClr val="2563EB"/>
                </a:solidFill>
                <a:latin typeface="Arial"/>
                <a:ea typeface="Arial"/>
                <a:cs typeface="Arial"/>
              </a:defRPr>
            </a:lvl3pPr>
            <a:lvl4pPr>
              <a:defRPr sz="3975" b="1">
                <a:solidFill>
                  <a:srgbClr val="2563EB"/>
                </a:solidFill>
                <a:latin typeface="Arial"/>
                <a:ea typeface="Arial"/>
                <a:cs typeface="Arial"/>
              </a:defRPr>
            </a:lvl4pPr>
            <a:lvl5pPr>
              <a:defRPr sz="3975" b="1">
                <a:solidFill>
                  <a:srgbClr val="2563EB"/>
                </a:solidFill>
                <a:latin typeface="Arial"/>
                <a:ea typeface="Arial"/>
                <a:cs typeface="Arial"/>
              </a:defRPr>
            </a:lvl5pPr>
            <a:lvl6pPr>
              <a:defRPr sz="3975" b="1">
                <a:solidFill>
                  <a:srgbClr val="2563EB"/>
                </a:solidFill>
                <a:latin typeface="Arial"/>
                <a:ea typeface="Arial"/>
                <a:cs typeface="Arial"/>
              </a:defRPr>
            </a:lvl6pPr>
            <a:lvl7pPr>
              <a:defRPr sz="3975" b="1">
                <a:solidFill>
                  <a:srgbClr val="2563EB"/>
                </a:solidFill>
                <a:latin typeface="Arial"/>
                <a:ea typeface="Arial"/>
                <a:cs typeface="Arial"/>
              </a:defRPr>
            </a:lvl7pPr>
            <a:lvl8pPr>
              <a:defRPr sz="3975" b="1">
                <a:solidFill>
                  <a:srgbClr val="2563EB"/>
                </a:solidFill>
                <a:latin typeface="Arial"/>
                <a:ea typeface="Arial"/>
                <a:cs typeface="Arial"/>
              </a:defRPr>
            </a:lvl8pPr>
            <a:lvl9pPr>
              <a:defRPr sz="3975" b="1">
                <a:solidFill>
                  <a:srgbClr val="2563EB"/>
                </a:solidFill>
                <a:latin typeface="Arial"/>
                <a:ea typeface="Arial"/>
                <a:cs typeface="Arial"/>
              </a:defRPr>
            </a:lvl9pPr>
          </a:lstStyle>
          <a:p xmlns:a="http://schemas.openxmlformats.org/drawingml/2006/main">
            <a:pPr>
              <a:defRPr sz="3975" b="1">
                <a:solidFill>
                  <a:srgbClr val="2563EB"/>
                </a:solidFill>
                <a:latin typeface="Arial"/>
                <a:ea typeface="Arial"/>
                <a:cs typeface="Arial"/>
              </a:defRPr>
            </a:pPr>
            <a:r>
              <a:rPr sz="3975" b="1">
                <a:solidFill>
                  <a:srgbClr val="2563EB"/>
                </a:solidFill>
                <a:latin typeface="Arial"/>
                <a:ea typeface="Arial"/>
                <a:cs typeface="Arial"/>
              </a:rPr>
              <a:t>37 / 37 kiểm thử đạt</a:t>
            </a:r>
          </a:p>
        </p:txBody>
      </p:sp>
      <p:sp>
        <p:nvSpPr>
          <p:cNvPr id="6" name="">
            <a:extLst xmlns:a="http://schemas.openxmlformats.org/drawingml/2006/main">
              <a:ext uri="{FF2B5EF4-FFF2-40B4-BE49-F238E27FC236}">
                <a16:creationId xmlns:a16="http://schemas.microsoft.com/office/drawing/2014/main" id="{ED7E22A2-F42D-444A-A3CE-D894FA399FFC}"/>
              </a:ext>
            </a:extLst>
          </p:cNvPr>
          <p:cNvSpPr>
            <a:spLocks xmlns:a="http://schemas.openxmlformats.org/drawingml/2006/main" noGrp="1"/>
          </p:cNvSpPr>
          <p:nvPr/>
        </p:nvSpPr>
        <p:spPr>
          <a:xfrm xmlns:a="http://schemas.openxmlformats.org/drawingml/2006/main">
            <a:off x="609600" y="32385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33247"/>
                </a:solidFill>
                <a:latin typeface="Arial"/>
                <a:ea typeface="Arial"/>
                <a:cs typeface="Arial"/>
              </a:defRPr>
            </a:defPPr>
            <a:lvl1pPr>
              <a:defRPr sz="2100" b="0">
                <a:solidFill>
                  <a:srgbClr val="233247"/>
                </a:solidFill>
                <a:latin typeface="Arial"/>
                <a:ea typeface="Arial"/>
                <a:cs typeface="Arial"/>
              </a:defRPr>
            </a:lvl1pPr>
            <a:lvl2pPr>
              <a:defRPr sz="2100" b="0">
                <a:solidFill>
                  <a:srgbClr val="233247"/>
                </a:solidFill>
                <a:latin typeface="Arial"/>
                <a:ea typeface="Arial"/>
                <a:cs typeface="Arial"/>
              </a:defRPr>
            </a:lvl2pPr>
            <a:lvl3pPr>
              <a:defRPr sz="2100" b="0">
                <a:solidFill>
                  <a:srgbClr val="233247"/>
                </a:solidFill>
                <a:latin typeface="Arial"/>
                <a:ea typeface="Arial"/>
                <a:cs typeface="Arial"/>
              </a:defRPr>
            </a:lvl3pPr>
            <a:lvl4pPr>
              <a:defRPr sz="2100" b="0">
                <a:solidFill>
                  <a:srgbClr val="233247"/>
                </a:solidFill>
                <a:latin typeface="Arial"/>
                <a:ea typeface="Arial"/>
                <a:cs typeface="Arial"/>
              </a:defRPr>
            </a:lvl4pPr>
            <a:lvl5pPr>
              <a:defRPr sz="2100" b="0">
                <a:solidFill>
                  <a:srgbClr val="233247"/>
                </a:solidFill>
                <a:latin typeface="Arial"/>
                <a:ea typeface="Arial"/>
                <a:cs typeface="Arial"/>
              </a:defRPr>
            </a:lvl5pPr>
            <a:lvl6pPr>
              <a:defRPr sz="2100" b="0">
                <a:solidFill>
                  <a:srgbClr val="233247"/>
                </a:solidFill>
                <a:latin typeface="Arial"/>
                <a:ea typeface="Arial"/>
                <a:cs typeface="Arial"/>
              </a:defRPr>
            </a:lvl6pPr>
            <a:lvl7pPr>
              <a:defRPr sz="2100" b="0">
                <a:solidFill>
                  <a:srgbClr val="233247"/>
                </a:solidFill>
                <a:latin typeface="Arial"/>
                <a:ea typeface="Arial"/>
                <a:cs typeface="Arial"/>
              </a:defRPr>
            </a:lvl7pPr>
            <a:lvl8pPr>
              <a:defRPr sz="2100" b="0">
                <a:solidFill>
                  <a:srgbClr val="233247"/>
                </a:solidFill>
                <a:latin typeface="Arial"/>
                <a:ea typeface="Arial"/>
                <a:cs typeface="Arial"/>
              </a:defRPr>
            </a:lvl8pPr>
            <a:lvl9pPr>
              <a:defRPr sz="2100" b="0">
                <a:solidFill>
                  <a:srgbClr val="233247"/>
                </a:solidFill>
                <a:latin typeface="Arial"/>
                <a:ea typeface="Arial"/>
                <a:cs typeface="Arial"/>
              </a:defRPr>
            </a:lvl9pPr>
          </a:lstStyle>
          <a:p xmlns:a="http://schemas.openxmlformats.org/drawingml/2006/main">
            <a:pPr>
              <a:defRPr sz="2100" b="0">
                <a:solidFill>
                  <a:srgbClr val="233247"/>
                </a:solidFill>
                <a:latin typeface="Arial"/>
                <a:ea typeface="Arial"/>
                <a:cs typeface="Arial"/>
              </a:defRPr>
            </a:pPr>
            <a:r>
              <a:rPr sz="2100" b="0">
                <a:solidFill>
                  <a:srgbClr val="233247"/>
                </a:solidFill>
                <a:latin typeface="Arial"/>
                <a:ea typeface="Arial"/>
                <a:cs typeface="Arial"/>
              </a:rPr>
              <a:t>Có integration tests trên SQL Server LocalDB thật.</a:t>
            </a:r>
          </a:p>
        </p:txBody>
      </p:sp>
      <p:sp>
        <p:nvSpPr>
          <p:cNvPr id="7" name="">
            <a:extLst xmlns:a="http://schemas.openxmlformats.org/drawingml/2006/main">
              <a:ext uri="{FF2B5EF4-FFF2-40B4-BE49-F238E27FC236}">
                <a16:creationId xmlns:a16="http://schemas.microsoft.com/office/drawing/2014/main" id="{F04060EB-7963-428A-BC46-01722D91D8BA}"/>
              </a:ext>
            </a:extLst>
          </p:cNvPr>
          <p:cNvSpPr>
            <a:spLocks xmlns:a="http://schemas.openxmlformats.org/drawingml/2006/main" noGrp="1"/>
          </p:cNvSpPr>
          <p:nvPr/>
        </p:nvSpPr>
        <p:spPr>
          <a:xfrm xmlns:a="http://schemas.openxmlformats.org/drawingml/2006/main">
            <a:off x="609600" y="39052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33247"/>
                </a:solidFill>
                <a:latin typeface="Arial"/>
                <a:ea typeface="Arial"/>
                <a:cs typeface="Arial"/>
              </a:defRPr>
            </a:defPPr>
            <a:lvl1pPr>
              <a:defRPr sz="2100" b="0">
                <a:solidFill>
                  <a:srgbClr val="233247"/>
                </a:solidFill>
                <a:latin typeface="Arial"/>
                <a:ea typeface="Arial"/>
                <a:cs typeface="Arial"/>
              </a:defRPr>
            </a:lvl1pPr>
            <a:lvl2pPr>
              <a:defRPr sz="2100" b="0">
                <a:solidFill>
                  <a:srgbClr val="233247"/>
                </a:solidFill>
                <a:latin typeface="Arial"/>
                <a:ea typeface="Arial"/>
                <a:cs typeface="Arial"/>
              </a:defRPr>
            </a:lvl2pPr>
            <a:lvl3pPr>
              <a:defRPr sz="2100" b="0">
                <a:solidFill>
                  <a:srgbClr val="233247"/>
                </a:solidFill>
                <a:latin typeface="Arial"/>
                <a:ea typeface="Arial"/>
                <a:cs typeface="Arial"/>
              </a:defRPr>
            </a:lvl3pPr>
            <a:lvl4pPr>
              <a:defRPr sz="2100" b="0">
                <a:solidFill>
                  <a:srgbClr val="233247"/>
                </a:solidFill>
                <a:latin typeface="Arial"/>
                <a:ea typeface="Arial"/>
                <a:cs typeface="Arial"/>
              </a:defRPr>
            </a:lvl4pPr>
            <a:lvl5pPr>
              <a:defRPr sz="2100" b="0">
                <a:solidFill>
                  <a:srgbClr val="233247"/>
                </a:solidFill>
                <a:latin typeface="Arial"/>
                <a:ea typeface="Arial"/>
                <a:cs typeface="Arial"/>
              </a:defRPr>
            </a:lvl5pPr>
            <a:lvl6pPr>
              <a:defRPr sz="2100" b="0">
                <a:solidFill>
                  <a:srgbClr val="233247"/>
                </a:solidFill>
                <a:latin typeface="Arial"/>
                <a:ea typeface="Arial"/>
                <a:cs typeface="Arial"/>
              </a:defRPr>
            </a:lvl6pPr>
            <a:lvl7pPr>
              <a:defRPr sz="2100" b="0">
                <a:solidFill>
                  <a:srgbClr val="233247"/>
                </a:solidFill>
                <a:latin typeface="Arial"/>
                <a:ea typeface="Arial"/>
                <a:cs typeface="Arial"/>
              </a:defRPr>
            </a:lvl7pPr>
            <a:lvl8pPr>
              <a:defRPr sz="2100" b="0">
                <a:solidFill>
                  <a:srgbClr val="233247"/>
                </a:solidFill>
                <a:latin typeface="Arial"/>
                <a:ea typeface="Arial"/>
                <a:cs typeface="Arial"/>
              </a:defRPr>
            </a:lvl8pPr>
            <a:lvl9pPr>
              <a:defRPr sz="2100" b="0">
                <a:solidFill>
                  <a:srgbClr val="233247"/>
                </a:solidFill>
                <a:latin typeface="Arial"/>
                <a:ea typeface="Arial"/>
                <a:cs typeface="Arial"/>
              </a:defRPr>
            </a:lvl9pPr>
          </a:lstStyle>
          <a:p xmlns:a="http://schemas.openxmlformats.org/drawingml/2006/main">
            <a:pPr>
              <a:defRPr sz="2100" b="0">
                <a:solidFill>
                  <a:srgbClr val="233247"/>
                </a:solidFill>
                <a:latin typeface="Arial"/>
                <a:ea typeface="Arial"/>
                <a:cs typeface="Arial"/>
              </a:defRPr>
            </a:pPr>
            <a:r>
              <a:rPr sz="2100" b="0">
                <a:solidFill>
                  <a:srgbClr val="233247"/>
                </a:solidFill>
                <a:latin typeface="Arial"/>
                <a:ea typeface="Arial"/>
                <a:cs typeface="Arial"/>
              </a:rPr>
              <a:t>Kiểm tra thiếu kho, mua đồng thời và submit lặp.</a:t>
            </a:r>
          </a:p>
        </p:txBody>
      </p:sp>
      <p:sp>
        <p:nvSpPr>
          <p:cNvPr id="8" name="">
            <a:extLst xmlns:a="http://schemas.openxmlformats.org/drawingml/2006/main">
              <a:ext uri="{FF2B5EF4-FFF2-40B4-BE49-F238E27FC236}">
                <a16:creationId xmlns:a16="http://schemas.microsoft.com/office/drawing/2014/main" id="{1CE0F239-07A6-4C62-B19E-873F579C91FD}"/>
              </a:ext>
            </a:extLst>
          </p:cNvPr>
          <p:cNvSpPr>
            <a:spLocks xmlns:a="http://schemas.openxmlformats.org/drawingml/2006/main" noGrp="1"/>
          </p:cNvSpPr>
          <p:nvPr/>
        </p:nvSpPr>
        <p:spPr>
          <a:xfrm xmlns:a="http://schemas.openxmlformats.org/drawingml/2006/main">
            <a:off x="609600" y="45720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33247"/>
                </a:solidFill>
                <a:latin typeface="Arial"/>
                <a:ea typeface="Arial"/>
                <a:cs typeface="Arial"/>
              </a:defRPr>
            </a:defPPr>
            <a:lvl1pPr>
              <a:defRPr sz="2100" b="0">
                <a:solidFill>
                  <a:srgbClr val="233247"/>
                </a:solidFill>
                <a:latin typeface="Arial"/>
                <a:ea typeface="Arial"/>
                <a:cs typeface="Arial"/>
              </a:defRPr>
            </a:lvl1pPr>
            <a:lvl2pPr>
              <a:defRPr sz="2100" b="0">
                <a:solidFill>
                  <a:srgbClr val="233247"/>
                </a:solidFill>
                <a:latin typeface="Arial"/>
                <a:ea typeface="Arial"/>
                <a:cs typeface="Arial"/>
              </a:defRPr>
            </a:lvl2pPr>
            <a:lvl3pPr>
              <a:defRPr sz="2100" b="0">
                <a:solidFill>
                  <a:srgbClr val="233247"/>
                </a:solidFill>
                <a:latin typeface="Arial"/>
                <a:ea typeface="Arial"/>
                <a:cs typeface="Arial"/>
              </a:defRPr>
            </a:lvl3pPr>
            <a:lvl4pPr>
              <a:defRPr sz="2100" b="0">
                <a:solidFill>
                  <a:srgbClr val="233247"/>
                </a:solidFill>
                <a:latin typeface="Arial"/>
                <a:ea typeface="Arial"/>
                <a:cs typeface="Arial"/>
              </a:defRPr>
            </a:lvl4pPr>
            <a:lvl5pPr>
              <a:defRPr sz="2100" b="0">
                <a:solidFill>
                  <a:srgbClr val="233247"/>
                </a:solidFill>
                <a:latin typeface="Arial"/>
                <a:ea typeface="Arial"/>
                <a:cs typeface="Arial"/>
              </a:defRPr>
            </a:lvl5pPr>
            <a:lvl6pPr>
              <a:defRPr sz="2100" b="0">
                <a:solidFill>
                  <a:srgbClr val="233247"/>
                </a:solidFill>
                <a:latin typeface="Arial"/>
                <a:ea typeface="Arial"/>
                <a:cs typeface="Arial"/>
              </a:defRPr>
            </a:lvl6pPr>
            <a:lvl7pPr>
              <a:defRPr sz="2100" b="0">
                <a:solidFill>
                  <a:srgbClr val="233247"/>
                </a:solidFill>
                <a:latin typeface="Arial"/>
                <a:ea typeface="Arial"/>
                <a:cs typeface="Arial"/>
              </a:defRPr>
            </a:lvl7pPr>
            <a:lvl8pPr>
              <a:defRPr sz="2100" b="0">
                <a:solidFill>
                  <a:srgbClr val="233247"/>
                </a:solidFill>
                <a:latin typeface="Arial"/>
                <a:ea typeface="Arial"/>
                <a:cs typeface="Arial"/>
              </a:defRPr>
            </a:lvl8pPr>
            <a:lvl9pPr>
              <a:defRPr sz="2100" b="0">
                <a:solidFill>
                  <a:srgbClr val="233247"/>
                </a:solidFill>
                <a:latin typeface="Arial"/>
                <a:ea typeface="Arial"/>
                <a:cs typeface="Arial"/>
              </a:defRPr>
            </a:lvl9pPr>
          </a:lstStyle>
          <a:p xmlns:a="http://schemas.openxmlformats.org/drawingml/2006/main">
            <a:pPr>
              <a:defRPr sz="2100" b="0">
                <a:solidFill>
                  <a:srgbClr val="233247"/>
                </a:solidFill>
                <a:latin typeface="Arial"/>
                <a:ea typeface="Arial"/>
                <a:cs typeface="Arial"/>
              </a:defRPr>
            </a:pPr>
            <a:r>
              <a:rPr sz="2100" b="0">
                <a:solidFill>
                  <a:srgbClr val="233247"/>
                </a:solidFill>
                <a:latin typeface="Arial"/>
                <a:ea typeface="Arial"/>
                <a:cs typeface="Arial"/>
              </a:rPr>
              <a:t>Kiểm tra CRUD, phân quyền, CSRF và upload giả.</a:t>
            </a:r>
          </a:p>
        </p:txBody>
      </p:sp>
      <p:sp>
        <p:nvSpPr>
          <p:cNvPr id="9" name="">
            <a:extLst xmlns:a="http://schemas.openxmlformats.org/drawingml/2006/main">
              <a:ext uri="{FF2B5EF4-FFF2-40B4-BE49-F238E27FC236}">
                <a16:creationId xmlns:a16="http://schemas.microsoft.com/office/drawing/2014/main" id="{E1632768-FB27-4584-8D6E-D8D29D6F2887}"/>
              </a:ext>
            </a:extLst>
          </p:cNvPr>
          <p:cNvSpPr>
            <a:spLocks xmlns:a="http://schemas.openxmlformats.org/drawingml/2006/main" noGrp="1"/>
          </p:cNvSpPr>
          <p:nvPr/>
        </p:nvSpPr>
        <p:spPr>
          <a:xfrm xmlns:a="http://schemas.openxmlformats.org/drawingml/2006/main">
            <a:off x="609600" y="52387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33247"/>
                </a:solidFill>
                <a:latin typeface="Arial"/>
                <a:ea typeface="Arial"/>
                <a:cs typeface="Arial"/>
              </a:defRPr>
            </a:defPPr>
            <a:lvl1pPr>
              <a:defRPr sz="2100" b="0">
                <a:solidFill>
                  <a:srgbClr val="233247"/>
                </a:solidFill>
                <a:latin typeface="Arial"/>
                <a:ea typeface="Arial"/>
                <a:cs typeface="Arial"/>
              </a:defRPr>
            </a:lvl1pPr>
            <a:lvl2pPr>
              <a:defRPr sz="2100" b="0">
                <a:solidFill>
                  <a:srgbClr val="233247"/>
                </a:solidFill>
                <a:latin typeface="Arial"/>
                <a:ea typeface="Arial"/>
                <a:cs typeface="Arial"/>
              </a:defRPr>
            </a:lvl2pPr>
            <a:lvl3pPr>
              <a:defRPr sz="2100" b="0">
                <a:solidFill>
                  <a:srgbClr val="233247"/>
                </a:solidFill>
                <a:latin typeface="Arial"/>
                <a:ea typeface="Arial"/>
                <a:cs typeface="Arial"/>
              </a:defRPr>
            </a:lvl3pPr>
            <a:lvl4pPr>
              <a:defRPr sz="2100" b="0">
                <a:solidFill>
                  <a:srgbClr val="233247"/>
                </a:solidFill>
                <a:latin typeface="Arial"/>
                <a:ea typeface="Arial"/>
                <a:cs typeface="Arial"/>
              </a:defRPr>
            </a:lvl4pPr>
            <a:lvl5pPr>
              <a:defRPr sz="2100" b="0">
                <a:solidFill>
                  <a:srgbClr val="233247"/>
                </a:solidFill>
                <a:latin typeface="Arial"/>
                <a:ea typeface="Arial"/>
                <a:cs typeface="Arial"/>
              </a:defRPr>
            </a:lvl5pPr>
            <a:lvl6pPr>
              <a:defRPr sz="2100" b="0">
                <a:solidFill>
                  <a:srgbClr val="233247"/>
                </a:solidFill>
                <a:latin typeface="Arial"/>
                <a:ea typeface="Arial"/>
                <a:cs typeface="Arial"/>
              </a:defRPr>
            </a:lvl6pPr>
            <a:lvl7pPr>
              <a:defRPr sz="2100" b="0">
                <a:solidFill>
                  <a:srgbClr val="233247"/>
                </a:solidFill>
                <a:latin typeface="Arial"/>
                <a:ea typeface="Arial"/>
                <a:cs typeface="Arial"/>
              </a:defRPr>
            </a:lvl7pPr>
            <a:lvl8pPr>
              <a:defRPr sz="2100" b="0">
                <a:solidFill>
                  <a:srgbClr val="233247"/>
                </a:solidFill>
                <a:latin typeface="Arial"/>
                <a:ea typeface="Arial"/>
                <a:cs typeface="Arial"/>
              </a:defRPr>
            </a:lvl8pPr>
            <a:lvl9pPr>
              <a:defRPr sz="2100" b="0">
                <a:solidFill>
                  <a:srgbClr val="233247"/>
                </a:solidFill>
                <a:latin typeface="Arial"/>
                <a:ea typeface="Arial"/>
                <a:cs typeface="Arial"/>
              </a:defRPr>
            </a:lvl9pPr>
          </a:lstStyle>
          <a:p xmlns:a="http://schemas.openxmlformats.org/drawingml/2006/main">
            <a:pPr>
              <a:defRPr sz="2100" b="0">
                <a:solidFill>
                  <a:srgbClr val="233247"/>
                </a:solidFill>
                <a:latin typeface="Arial"/>
                <a:ea typeface="Arial"/>
                <a:cs typeface="Arial"/>
              </a:defRPr>
            </a:pPr>
            <a:r>
              <a:rPr sz="2100" b="0">
                <a:solidFill>
                  <a:srgbClr val="233247"/>
                </a:solidFill>
                <a:latin typeface="Arial"/>
                <a:ea typeface="Arial"/>
                <a:cs typeface="Arial"/>
              </a:rPr>
              <a:t>Build Release: 0 lỗi, 0 cảnh báo.</a:t>
            </a:r>
          </a:p>
        </p:txBody>
      </p:sp>
    </p:spTree>
    <p:extLst>
      <p:ext uri="{BB962C8B-B14F-4D97-AF65-F5344CB8AC3E}">
        <p14:creationId xmlns:p14="http://schemas.microsoft.com/office/powerpoint/2010/main" val="3298024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DF44958-6CEA-42A4-9574-30E470BE28BD}"/>
              </a:ext>
            </a:extLst>
          </p:cNvPr>
          <p:cNvSpPr>
            <a:spLocks xmlns:a="http://schemas.openxmlformats.org/drawingml/2006/main" noGrp="1"/>
          </p:cNvSpPr>
          <p:nvPr/>
        </p:nvSpPr>
        <p:spPr>
          <a:xfrm xmlns:a="http://schemas.openxmlformats.org/drawingml/2006/main">
            <a:off x="609600" y="30480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563EB"/>
                </a:solidFill>
                <a:latin typeface="Arial"/>
                <a:ea typeface="Arial"/>
                <a:cs typeface="Arial"/>
              </a:defRPr>
            </a:defPPr>
            <a:lvl1pPr>
              <a:defRPr sz="1275" b="1">
                <a:solidFill>
                  <a:srgbClr val="2563EB"/>
                </a:solidFill>
                <a:latin typeface="Arial"/>
                <a:ea typeface="Arial"/>
                <a:cs typeface="Arial"/>
              </a:defRPr>
            </a:lvl1pPr>
            <a:lvl2pPr>
              <a:defRPr sz="1275" b="1">
                <a:solidFill>
                  <a:srgbClr val="2563EB"/>
                </a:solidFill>
                <a:latin typeface="Arial"/>
                <a:ea typeface="Arial"/>
                <a:cs typeface="Arial"/>
              </a:defRPr>
            </a:lvl2pPr>
            <a:lvl3pPr>
              <a:defRPr sz="1275" b="1">
                <a:solidFill>
                  <a:srgbClr val="2563EB"/>
                </a:solidFill>
                <a:latin typeface="Arial"/>
                <a:ea typeface="Arial"/>
                <a:cs typeface="Arial"/>
              </a:defRPr>
            </a:lvl3pPr>
            <a:lvl4pPr>
              <a:defRPr sz="1275" b="1">
                <a:solidFill>
                  <a:srgbClr val="2563EB"/>
                </a:solidFill>
                <a:latin typeface="Arial"/>
                <a:ea typeface="Arial"/>
                <a:cs typeface="Arial"/>
              </a:defRPr>
            </a:lvl4pPr>
            <a:lvl5pPr>
              <a:defRPr sz="1275" b="1">
                <a:solidFill>
                  <a:srgbClr val="2563EB"/>
                </a:solidFill>
                <a:latin typeface="Arial"/>
                <a:ea typeface="Arial"/>
                <a:cs typeface="Arial"/>
              </a:defRPr>
            </a:lvl5pPr>
            <a:lvl6pPr>
              <a:defRPr sz="1275" b="1">
                <a:solidFill>
                  <a:srgbClr val="2563EB"/>
                </a:solidFill>
                <a:latin typeface="Arial"/>
                <a:ea typeface="Arial"/>
                <a:cs typeface="Arial"/>
              </a:defRPr>
            </a:lvl6pPr>
            <a:lvl7pPr>
              <a:defRPr sz="1275" b="1">
                <a:solidFill>
                  <a:srgbClr val="2563EB"/>
                </a:solidFill>
                <a:latin typeface="Arial"/>
                <a:ea typeface="Arial"/>
                <a:cs typeface="Arial"/>
              </a:defRPr>
            </a:lvl7pPr>
            <a:lvl8pPr>
              <a:defRPr sz="1275" b="1">
                <a:solidFill>
                  <a:srgbClr val="2563EB"/>
                </a:solidFill>
                <a:latin typeface="Arial"/>
                <a:ea typeface="Arial"/>
                <a:cs typeface="Arial"/>
              </a:defRPr>
            </a:lvl8pPr>
            <a:lvl9pPr>
              <a:defRPr sz="1275" b="1">
                <a:solidFill>
                  <a:srgbClr val="2563EB"/>
                </a:solidFill>
                <a:latin typeface="Arial"/>
                <a:ea typeface="Arial"/>
                <a:cs typeface="Arial"/>
              </a:defRPr>
            </a:lvl9pPr>
          </a:lstStyle>
          <a:p xmlns:a="http://schemas.openxmlformats.org/drawingml/2006/main">
            <a:pPr>
              <a:defRPr sz="1275" b="1">
                <a:solidFill>
                  <a:srgbClr val="2563EB"/>
                </a:solidFill>
                <a:latin typeface="Arial"/>
                <a:ea typeface="Arial"/>
                <a:cs typeface="Arial"/>
              </a:defRPr>
            </a:pPr>
            <a:r>
              <a:rPr sz="1275" b="1">
                <a:solidFill>
                  <a:srgbClr val="2563EB"/>
                </a:solidFill>
                <a:latin typeface="Arial"/>
                <a:ea typeface="Arial"/>
                <a:cs typeface="Arial"/>
              </a:rPr>
              <a:t>SMARTMOBILE STORE</a:t>
            </a:r>
          </a:p>
        </p:txBody>
      </p:sp>
      <p:sp>
        <p:nvSpPr>
          <p:cNvPr id="2" name="">
            <a:extLst xmlns:a="http://schemas.openxmlformats.org/drawingml/2006/main">
              <a:ext uri="{FF2B5EF4-FFF2-40B4-BE49-F238E27FC236}">
                <a16:creationId xmlns:a16="http://schemas.microsoft.com/office/drawing/2014/main" id="{5BCC8375-04EC-4066-A2A0-70DAC27FB3DD}"/>
              </a:ext>
            </a:extLst>
          </p:cNvPr>
          <p:cNvSpPr>
            <a:spLocks xmlns:a="http://schemas.openxmlformats.org/drawingml/2006/main" noGrp="1"/>
          </p:cNvSpPr>
          <p:nvPr/>
        </p:nvSpPr>
        <p:spPr>
          <a:xfrm xmlns:a="http://schemas.openxmlformats.org/drawingml/2006/main">
            <a:off x="609600" y="8763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Kịch bản trình diễn</a:t>
            </a:r>
          </a:p>
        </p:txBody>
      </p:sp>
      <p:sp>
        <p:nvSpPr>
          <p:cNvPr id="3" name="">
            <a:extLst xmlns:a="http://schemas.openxmlformats.org/drawingml/2006/main">
              <a:ext uri="{FF2B5EF4-FFF2-40B4-BE49-F238E27FC236}">
                <a16:creationId xmlns:a16="http://schemas.microsoft.com/office/drawing/2014/main" id="{EE913CD0-E522-45F3-BABC-B8E59316A780}"/>
              </a:ext>
            </a:extLst>
          </p:cNvPr>
          <p:cNvSpPr>
            <a:spLocks xmlns:a="http://schemas.openxmlformats.org/drawingml/2006/main" noGrp="1"/>
          </p:cNvSpPr>
          <p:nvPr/>
        </p:nvSpPr>
        <p:spPr>
          <a:xfrm xmlns:a="http://schemas.openxmlformats.org/drawingml/2006/main">
            <a:off x="609600" y="63436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Lê Ngọc Thuận · Dự án cá nhân</a:t>
            </a:r>
          </a:p>
        </p:txBody>
      </p:sp>
      <p:sp>
        <p:nvSpPr>
          <p:cNvPr id="4" name="">
            <a:extLst xmlns:a="http://schemas.openxmlformats.org/drawingml/2006/main">
              <a:ext uri="{FF2B5EF4-FFF2-40B4-BE49-F238E27FC236}">
                <a16:creationId xmlns:a16="http://schemas.microsoft.com/office/drawing/2014/main" id="{75B5747E-1047-4990-ACEA-270B8E7FDFF0}"/>
              </a:ext>
            </a:extLst>
          </p:cNvPr>
          <p:cNvSpPr>
            <a:spLocks xmlns:a="http://schemas.openxmlformats.org/drawingml/2006/main" noGrp="1"/>
          </p:cNvSpPr>
          <p:nvPr/>
        </p:nvSpPr>
        <p:spPr>
          <a:xfrm xmlns:a="http://schemas.openxmlformats.org/drawingml/2006/main">
            <a:off x="1104900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1473B1AF-8F8A-49AE-8246-925B82AC0FD9}"/>
              </a:ext>
            </a:extLst>
          </p:cNvPr>
          <p:cNvSpPr>
            <a:spLocks xmlns:a="http://schemas.openxmlformats.org/drawingml/2006/main" noGrp="1"/>
          </p:cNvSpPr>
          <p:nvPr/>
        </p:nvSpPr>
        <p:spPr>
          <a:xfrm xmlns:a="http://schemas.openxmlformats.org/drawingml/2006/main">
            <a:off x="609600" y="2190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1. Mở solution bằng Visual Studio và chạy F5.</a:t>
            </a:r>
          </a:p>
        </p:txBody>
      </p:sp>
      <p:sp>
        <p:nvSpPr>
          <p:cNvPr id="6" name="">
            <a:extLst xmlns:a="http://schemas.openxmlformats.org/drawingml/2006/main">
              <a:ext uri="{FF2B5EF4-FFF2-40B4-BE49-F238E27FC236}">
                <a16:creationId xmlns:a16="http://schemas.microsoft.com/office/drawing/2014/main" id="{BD20E19A-A1EB-44C5-991F-D6F950D1D69E}"/>
              </a:ext>
            </a:extLst>
          </p:cNvPr>
          <p:cNvSpPr>
            <a:spLocks xmlns:a="http://schemas.openxmlformats.org/drawingml/2006/main" noGrp="1"/>
          </p:cNvSpPr>
          <p:nvPr/>
        </p:nvSpPr>
        <p:spPr>
          <a:xfrm xmlns:a="http://schemas.openxmlformats.org/drawingml/2006/main">
            <a:off x="609600" y="28956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2. Tìm sản phẩm, xem chi tiết, thêm giỏ.</a:t>
            </a:r>
          </a:p>
        </p:txBody>
      </p:sp>
      <p:sp>
        <p:nvSpPr>
          <p:cNvPr id="7" name="">
            <a:extLst xmlns:a="http://schemas.openxmlformats.org/drawingml/2006/main">
              <a:ext uri="{FF2B5EF4-FFF2-40B4-BE49-F238E27FC236}">
                <a16:creationId xmlns:a16="http://schemas.microsoft.com/office/drawing/2014/main" id="{34A26B6A-BCFF-4377-96BC-3462C504C28E}"/>
              </a:ext>
            </a:extLst>
          </p:cNvPr>
          <p:cNvSpPr>
            <a:spLocks xmlns:a="http://schemas.openxmlformats.org/drawingml/2006/main" noGrp="1"/>
          </p:cNvSpPr>
          <p:nvPr/>
        </p:nvSpPr>
        <p:spPr>
          <a:xfrm xmlns:a="http://schemas.openxmlformats.org/drawingml/2006/main">
            <a:off x="609600" y="3600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3. Đăng nhập User, đặt COD và xem đơn.</a:t>
            </a:r>
          </a:p>
        </p:txBody>
      </p:sp>
      <p:sp>
        <p:nvSpPr>
          <p:cNvPr id="8" name="">
            <a:extLst xmlns:a="http://schemas.openxmlformats.org/drawingml/2006/main">
              <a:ext uri="{FF2B5EF4-FFF2-40B4-BE49-F238E27FC236}">
                <a16:creationId xmlns:a16="http://schemas.microsoft.com/office/drawing/2014/main" id="{87CD6EA1-BCD4-4271-A279-29E76120C485}"/>
              </a:ext>
            </a:extLst>
          </p:cNvPr>
          <p:cNvSpPr>
            <a:spLocks xmlns:a="http://schemas.openxmlformats.org/drawingml/2006/main" noGrp="1"/>
          </p:cNvSpPr>
          <p:nvPr/>
        </p:nvSpPr>
        <p:spPr>
          <a:xfrm xmlns:a="http://schemas.openxmlformats.org/drawingml/2006/main">
            <a:off x="609600" y="43053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4. Đăng nhập Admin, CRUD và xử lý đơn / liên hệ.</a:t>
            </a:r>
          </a:p>
        </p:txBody>
      </p:sp>
      <p:sp>
        <p:nvSpPr>
          <p:cNvPr id="9" name="">
            <a:extLst xmlns:a="http://schemas.openxmlformats.org/drawingml/2006/main">
              <a:ext uri="{FF2B5EF4-FFF2-40B4-BE49-F238E27FC236}">
                <a16:creationId xmlns:a16="http://schemas.microsoft.com/office/drawing/2014/main" id="{7FAC2A12-2F36-4EEA-B655-6549D0599AA5}"/>
              </a:ext>
            </a:extLst>
          </p:cNvPr>
          <p:cNvSpPr>
            <a:spLocks xmlns:a="http://schemas.openxmlformats.org/drawingml/2006/main" noGrp="1"/>
          </p:cNvSpPr>
          <p:nvPr/>
        </p:nvSpPr>
        <p:spPr>
          <a:xfrm xmlns:a="http://schemas.openxmlformats.org/drawingml/2006/main">
            <a:off x="609600" y="5010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5. Mở SQL và giải thích một test nghiệp vụ.</a:t>
            </a:r>
          </a:p>
        </p:txBody>
      </p:sp>
    </p:spTree>
    <p:extLst>
      <p:ext uri="{BB962C8B-B14F-4D97-AF65-F5344CB8AC3E}">
        <p14:creationId xmlns:p14="http://schemas.microsoft.com/office/powerpoint/2010/main" val="4545236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33D1823-509F-4C3A-B704-988C6E69B013}"/>
              </a:ext>
            </a:extLst>
          </p:cNvPr>
          <p:cNvSpPr>
            <a:spLocks xmlns:a="http://schemas.openxmlformats.org/drawingml/2006/main" noGrp="1"/>
          </p:cNvSpPr>
          <p:nvPr/>
        </p:nvSpPr>
        <p:spPr>
          <a:xfrm xmlns:a="http://schemas.openxmlformats.org/drawingml/2006/main">
            <a:off x="609600" y="30480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563EB"/>
                </a:solidFill>
                <a:latin typeface="Arial"/>
                <a:ea typeface="Arial"/>
                <a:cs typeface="Arial"/>
              </a:defRPr>
            </a:defPPr>
            <a:lvl1pPr>
              <a:defRPr sz="1275" b="1">
                <a:solidFill>
                  <a:srgbClr val="2563EB"/>
                </a:solidFill>
                <a:latin typeface="Arial"/>
                <a:ea typeface="Arial"/>
                <a:cs typeface="Arial"/>
              </a:defRPr>
            </a:lvl1pPr>
            <a:lvl2pPr>
              <a:defRPr sz="1275" b="1">
                <a:solidFill>
                  <a:srgbClr val="2563EB"/>
                </a:solidFill>
                <a:latin typeface="Arial"/>
                <a:ea typeface="Arial"/>
                <a:cs typeface="Arial"/>
              </a:defRPr>
            </a:lvl2pPr>
            <a:lvl3pPr>
              <a:defRPr sz="1275" b="1">
                <a:solidFill>
                  <a:srgbClr val="2563EB"/>
                </a:solidFill>
                <a:latin typeface="Arial"/>
                <a:ea typeface="Arial"/>
                <a:cs typeface="Arial"/>
              </a:defRPr>
            </a:lvl3pPr>
            <a:lvl4pPr>
              <a:defRPr sz="1275" b="1">
                <a:solidFill>
                  <a:srgbClr val="2563EB"/>
                </a:solidFill>
                <a:latin typeface="Arial"/>
                <a:ea typeface="Arial"/>
                <a:cs typeface="Arial"/>
              </a:defRPr>
            </a:lvl4pPr>
            <a:lvl5pPr>
              <a:defRPr sz="1275" b="1">
                <a:solidFill>
                  <a:srgbClr val="2563EB"/>
                </a:solidFill>
                <a:latin typeface="Arial"/>
                <a:ea typeface="Arial"/>
                <a:cs typeface="Arial"/>
              </a:defRPr>
            </a:lvl5pPr>
            <a:lvl6pPr>
              <a:defRPr sz="1275" b="1">
                <a:solidFill>
                  <a:srgbClr val="2563EB"/>
                </a:solidFill>
                <a:latin typeface="Arial"/>
                <a:ea typeface="Arial"/>
                <a:cs typeface="Arial"/>
              </a:defRPr>
            </a:lvl6pPr>
            <a:lvl7pPr>
              <a:defRPr sz="1275" b="1">
                <a:solidFill>
                  <a:srgbClr val="2563EB"/>
                </a:solidFill>
                <a:latin typeface="Arial"/>
                <a:ea typeface="Arial"/>
                <a:cs typeface="Arial"/>
              </a:defRPr>
            </a:lvl7pPr>
            <a:lvl8pPr>
              <a:defRPr sz="1275" b="1">
                <a:solidFill>
                  <a:srgbClr val="2563EB"/>
                </a:solidFill>
                <a:latin typeface="Arial"/>
                <a:ea typeface="Arial"/>
                <a:cs typeface="Arial"/>
              </a:defRPr>
            </a:lvl8pPr>
            <a:lvl9pPr>
              <a:defRPr sz="1275" b="1">
                <a:solidFill>
                  <a:srgbClr val="2563EB"/>
                </a:solidFill>
                <a:latin typeface="Arial"/>
                <a:ea typeface="Arial"/>
                <a:cs typeface="Arial"/>
              </a:defRPr>
            </a:lvl9pPr>
          </a:lstStyle>
          <a:p xmlns:a="http://schemas.openxmlformats.org/drawingml/2006/main">
            <a:pPr>
              <a:defRPr sz="1275" b="1">
                <a:solidFill>
                  <a:srgbClr val="2563EB"/>
                </a:solidFill>
                <a:latin typeface="Arial"/>
                <a:ea typeface="Arial"/>
                <a:cs typeface="Arial"/>
              </a:defRPr>
            </a:pPr>
            <a:r>
              <a:rPr sz="1275" b="1">
                <a:solidFill>
                  <a:srgbClr val="2563EB"/>
                </a:solidFill>
                <a:latin typeface="Arial"/>
                <a:ea typeface="Arial"/>
                <a:cs typeface="Arial"/>
              </a:rPr>
              <a:t>SMARTMOBILE STORE</a:t>
            </a:r>
          </a:p>
        </p:txBody>
      </p:sp>
      <p:sp>
        <p:nvSpPr>
          <p:cNvPr id="2" name="">
            <a:extLst xmlns:a="http://schemas.openxmlformats.org/drawingml/2006/main">
              <a:ext uri="{FF2B5EF4-FFF2-40B4-BE49-F238E27FC236}">
                <a16:creationId xmlns:a16="http://schemas.microsoft.com/office/drawing/2014/main" id="{493DA87E-F719-478B-B303-A6A01578CEDA}"/>
              </a:ext>
            </a:extLst>
          </p:cNvPr>
          <p:cNvSpPr>
            <a:spLocks xmlns:a="http://schemas.openxmlformats.org/drawingml/2006/main" noGrp="1"/>
          </p:cNvSpPr>
          <p:nvPr/>
        </p:nvSpPr>
        <p:spPr>
          <a:xfrm xmlns:a="http://schemas.openxmlformats.org/drawingml/2006/main">
            <a:off x="609600" y="8763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Bàn giao và phần cần bổ sung</a:t>
            </a:r>
          </a:p>
        </p:txBody>
      </p:sp>
      <p:sp>
        <p:nvSpPr>
          <p:cNvPr id="3" name="">
            <a:extLst xmlns:a="http://schemas.openxmlformats.org/drawingml/2006/main">
              <a:ext uri="{FF2B5EF4-FFF2-40B4-BE49-F238E27FC236}">
                <a16:creationId xmlns:a16="http://schemas.microsoft.com/office/drawing/2014/main" id="{A483C9A2-4CD9-4E56-85E6-742E118F51D5}"/>
              </a:ext>
            </a:extLst>
          </p:cNvPr>
          <p:cNvSpPr>
            <a:spLocks xmlns:a="http://schemas.openxmlformats.org/drawingml/2006/main" noGrp="1"/>
          </p:cNvSpPr>
          <p:nvPr/>
        </p:nvSpPr>
        <p:spPr>
          <a:xfrm xmlns:a="http://schemas.openxmlformats.org/drawingml/2006/main">
            <a:off x="609600" y="63436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Lê Ngọc Thuận · Dự án cá nhân</a:t>
            </a:r>
          </a:p>
        </p:txBody>
      </p:sp>
      <p:sp>
        <p:nvSpPr>
          <p:cNvPr id="4" name="">
            <a:extLst xmlns:a="http://schemas.openxmlformats.org/drawingml/2006/main">
              <a:ext uri="{FF2B5EF4-FFF2-40B4-BE49-F238E27FC236}">
                <a16:creationId xmlns:a16="http://schemas.microsoft.com/office/drawing/2014/main" id="{85C40770-11EC-4D2D-9147-A4A33BA6AE08}"/>
              </a:ext>
            </a:extLst>
          </p:cNvPr>
          <p:cNvSpPr>
            <a:spLocks xmlns:a="http://schemas.openxmlformats.org/drawingml/2006/main" noGrp="1"/>
          </p:cNvSpPr>
          <p:nvPr/>
        </p:nvSpPr>
        <p:spPr>
          <a:xfrm xmlns:a="http://schemas.openxmlformats.org/drawingml/2006/main">
            <a:off x="1104900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B1DC599A-778E-4B62-AD23-C032EF65815F}"/>
              </a:ext>
            </a:extLst>
          </p:cNvPr>
          <p:cNvSpPr>
            <a:spLocks xmlns:a="http://schemas.openxmlformats.org/drawingml/2006/main" noGrp="1"/>
          </p:cNvSpPr>
          <p:nvPr/>
        </p:nvSpPr>
        <p:spPr>
          <a:xfrm xmlns:a="http://schemas.openxmlformats.org/drawingml/2006/main">
            <a:off x="609600" y="2190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Source, migration, dữ liệu seed và hướng dẫn học đã có.</a:t>
            </a:r>
          </a:p>
        </p:txBody>
      </p:sp>
      <p:sp>
        <p:nvSpPr>
          <p:cNvPr id="6" name="">
            <a:extLst xmlns:a="http://schemas.openxmlformats.org/drawingml/2006/main">
              <a:ext uri="{FF2B5EF4-FFF2-40B4-BE49-F238E27FC236}">
                <a16:creationId xmlns:a16="http://schemas.microsoft.com/office/drawing/2014/main" id="{40DBB5C4-41B7-4544-84BF-C0217CDB8C24}"/>
              </a:ext>
            </a:extLst>
          </p:cNvPr>
          <p:cNvSpPr>
            <a:spLocks xmlns:a="http://schemas.openxmlformats.org/drawingml/2006/main" noGrp="1"/>
          </p:cNvSpPr>
          <p:nvPr/>
        </p:nvSpPr>
        <p:spPr>
          <a:xfrm xmlns:a="http://schemas.openxmlformats.org/drawingml/2006/main">
            <a:off x="609600" y="28956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Lê Ngọc Thuận phụ trách toàn bộ dự án hiện tại.</a:t>
            </a:r>
          </a:p>
        </p:txBody>
      </p:sp>
      <p:sp>
        <p:nvSpPr>
          <p:cNvPr id="7" name="">
            <a:extLst xmlns:a="http://schemas.openxmlformats.org/drawingml/2006/main">
              <a:ext uri="{FF2B5EF4-FFF2-40B4-BE49-F238E27FC236}">
                <a16:creationId xmlns:a16="http://schemas.microsoft.com/office/drawing/2014/main" id="{376B9AE4-2C9B-4B6E-8E9C-488007216CE8}"/>
              </a:ext>
            </a:extLst>
          </p:cNvPr>
          <p:cNvSpPr>
            <a:spLocks xmlns:a="http://schemas.openxmlformats.org/drawingml/2006/main" noGrp="1"/>
          </p:cNvSpPr>
          <p:nvPr/>
        </p:nvSpPr>
        <p:spPr>
          <a:xfrm xmlns:a="http://schemas.openxmlformats.org/drawingml/2006/main">
            <a:off x="609600" y="3600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Đối chiếu rubric và tự chạy kịch bản demo trước khi nộp.</a:t>
            </a:r>
          </a:p>
        </p:txBody>
      </p:sp>
      <p:sp>
        <p:nvSpPr>
          <p:cNvPr id="8" name="">
            <a:extLst xmlns:a="http://schemas.openxmlformats.org/drawingml/2006/main">
              <a:ext uri="{FF2B5EF4-FFF2-40B4-BE49-F238E27FC236}">
                <a16:creationId xmlns:a16="http://schemas.microsoft.com/office/drawing/2014/main" id="{D1517631-D645-438D-BC51-B50483B073D7}"/>
              </a:ext>
            </a:extLst>
          </p:cNvPr>
          <p:cNvSpPr>
            <a:spLocks xmlns:a="http://schemas.openxmlformats.org/drawingml/2006/main" noGrp="1"/>
          </p:cNvSpPr>
          <p:nvPr/>
        </p:nvSpPr>
        <p:spPr>
          <a:xfrm xmlns:a="http://schemas.openxmlformats.org/drawingml/2006/main">
            <a:off x="609600" y="43053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Xác minh quyền ảnh trước khi công khai.</a:t>
            </a:r>
          </a:p>
        </p:txBody>
      </p:sp>
      <p:sp>
        <p:nvSpPr>
          <p:cNvPr id="9" name="">
            <a:extLst xmlns:a="http://schemas.openxmlformats.org/drawingml/2006/main">
              <a:ext uri="{FF2B5EF4-FFF2-40B4-BE49-F238E27FC236}">
                <a16:creationId xmlns:a16="http://schemas.microsoft.com/office/drawing/2014/main" id="{6C03B323-6A56-447E-9859-9E25A264DBAE}"/>
              </a:ext>
            </a:extLst>
          </p:cNvPr>
          <p:cNvSpPr>
            <a:spLocks xmlns:a="http://schemas.openxmlformats.org/drawingml/2006/main" noGrp="1"/>
          </p:cNvSpPr>
          <p:nvPr/>
        </p:nvSpPr>
        <p:spPr>
          <a:xfrm xmlns:a="http://schemas.openxmlformats.org/drawingml/2006/main">
            <a:off x="609600" y="5010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3247"/>
                </a:solidFill>
                <a:latin typeface="Arial"/>
                <a:ea typeface="Arial"/>
                <a:cs typeface="Arial"/>
              </a:defRPr>
            </a:defPPr>
            <a:lvl1pPr>
              <a:defRPr sz="2175" b="0">
                <a:solidFill>
                  <a:srgbClr val="233247"/>
                </a:solidFill>
                <a:latin typeface="Arial"/>
                <a:ea typeface="Arial"/>
                <a:cs typeface="Arial"/>
              </a:defRPr>
            </a:lvl1pPr>
            <a:lvl2pPr>
              <a:defRPr sz="2175" b="0">
                <a:solidFill>
                  <a:srgbClr val="233247"/>
                </a:solidFill>
                <a:latin typeface="Arial"/>
                <a:ea typeface="Arial"/>
                <a:cs typeface="Arial"/>
              </a:defRPr>
            </a:lvl2pPr>
            <a:lvl3pPr>
              <a:defRPr sz="2175" b="0">
                <a:solidFill>
                  <a:srgbClr val="233247"/>
                </a:solidFill>
                <a:latin typeface="Arial"/>
                <a:ea typeface="Arial"/>
                <a:cs typeface="Arial"/>
              </a:defRPr>
            </a:lvl3pPr>
            <a:lvl4pPr>
              <a:defRPr sz="2175" b="0">
                <a:solidFill>
                  <a:srgbClr val="233247"/>
                </a:solidFill>
                <a:latin typeface="Arial"/>
                <a:ea typeface="Arial"/>
                <a:cs typeface="Arial"/>
              </a:defRPr>
            </a:lvl4pPr>
            <a:lvl5pPr>
              <a:defRPr sz="2175" b="0">
                <a:solidFill>
                  <a:srgbClr val="233247"/>
                </a:solidFill>
                <a:latin typeface="Arial"/>
                <a:ea typeface="Arial"/>
                <a:cs typeface="Arial"/>
              </a:defRPr>
            </a:lvl5pPr>
            <a:lvl6pPr>
              <a:defRPr sz="2175" b="0">
                <a:solidFill>
                  <a:srgbClr val="233247"/>
                </a:solidFill>
                <a:latin typeface="Arial"/>
                <a:ea typeface="Arial"/>
                <a:cs typeface="Arial"/>
              </a:defRPr>
            </a:lvl6pPr>
            <a:lvl7pPr>
              <a:defRPr sz="2175" b="0">
                <a:solidFill>
                  <a:srgbClr val="233247"/>
                </a:solidFill>
                <a:latin typeface="Arial"/>
                <a:ea typeface="Arial"/>
                <a:cs typeface="Arial"/>
              </a:defRPr>
            </a:lvl7pPr>
            <a:lvl8pPr>
              <a:defRPr sz="2175" b="0">
                <a:solidFill>
                  <a:srgbClr val="233247"/>
                </a:solidFill>
                <a:latin typeface="Arial"/>
                <a:ea typeface="Arial"/>
                <a:cs typeface="Arial"/>
              </a:defRPr>
            </a:lvl8pPr>
            <a:lvl9pPr>
              <a:defRPr sz="2175" b="0">
                <a:solidFill>
                  <a:srgbClr val="233247"/>
                </a:solidFill>
                <a:latin typeface="Arial"/>
                <a:ea typeface="Arial"/>
                <a:cs typeface="Arial"/>
              </a:defRPr>
            </a:lvl9pPr>
          </a:lstStyle>
          <a:p xmlns:a="http://schemas.openxmlformats.org/drawingml/2006/main">
            <a:pPr>
              <a:defRPr sz="2175" b="0">
                <a:solidFill>
                  <a:srgbClr val="233247"/>
                </a:solidFill>
                <a:latin typeface="Arial"/>
                <a:ea typeface="Arial"/>
                <a:cs typeface="Arial"/>
              </a:defRPr>
            </a:pPr>
            <a:r>
              <a:rPr sz="2175" b="0">
                <a:solidFill>
                  <a:srgbClr val="233247"/>
                </a:solidFill>
                <a:latin typeface="Arial"/>
                <a:ea typeface="Arial"/>
                <a:cs typeface="Arial"/>
              </a:rPr>
              <a:t>Chưa push / deploy, chưa có thanh toán và email thật.</a:t>
            </a:r>
          </a:p>
        </p:txBody>
      </p:sp>
    </p:spTree>
    <p:extLst>
      <p:ext uri="{BB962C8B-B14F-4D97-AF65-F5344CB8AC3E}">
        <p14:creationId xmlns:p14="http://schemas.microsoft.com/office/powerpoint/2010/main" val="1433693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2026-10-20T13:45:09.9560000Z</dcterms:created>
  <dcterms:modified xsi:type="dcterms:W3CDTF">2026-10-20T13:45:09.9560000Z</dcterms:modified>
</coreProperties>
</file>